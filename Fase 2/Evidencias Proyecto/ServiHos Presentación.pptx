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8288000" cy="10287000"/>
  <p:notesSz cx="6858000" cy="9144000"/>
  <p:embeddedFontLst>
    <p:embeddedFont>
      <p:font typeface="Glacial Indifference" panose="020B0604020202020204" charset="0"/>
      <p:regular r:id="rId16"/>
    </p:embeddedFont>
    <p:embeddedFont>
      <p:font typeface="Glacial Indifference Bold" panose="020B0604020202020204" charset="0"/>
      <p:regular r:id="rId17"/>
    </p:embeddedFont>
    <p:embeddedFont>
      <p:font typeface="Open Sans Bold" panose="020B0604020202020204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1" d="100"/>
          <a:sy n="51" d="100"/>
        </p:scale>
        <p:origin x="898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6.svg"/><Relationship Id="rId18" Type="http://schemas.openxmlformats.org/officeDocument/2006/relationships/image" Target="../media/image21.png"/><Relationship Id="rId3" Type="http://schemas.openxmlformats.org/officeDocument/2006/relationships/image" Target="../media/image11.png"/><Relationship Id="rId21" Type="http://schemas.openxmlformats.org/officeDocument/2006/relationships/image" Target="../media/image24.svg"/><Relationship Id="rId7" Type="http://schemas.openxmlformats.org/officeDocument/2006/relationships/image" Target="../media/image5.png"/><Relationship Id="rId12" Type="http://schemas.openxmlformats.org/officeDocument/2006/relationships/image" Target="../media/image15.png"/><Relationship Id="rId17" Type="http://schemas.openxmlformats.org/officeDocument/2006/relationships/image" Target="../media/image20.svg"/><Relationship Id="rId25" Type="http://schemas.openxmlformats.org/officeDocument/2006/relationships/image" Target="../media/image28.svg"/><Relationship Id="rId2" Type="http://schemas.openxmlformats.org/officeDocument/2006/relationships/image" Target="../media/image10.jpeg"/><Relationship Id="rId16" Type="http://schemas.openxmlformats.org/officeDocument/2006/relationships/image" Target="../media/image19.png"/><Relationship Id="rId20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svg"/><Relationship Id="rId11" Type="http://schemas.openxmlformats.org/officeDocument/2006/relationships/image" Target="../media/image14.svg"/><Relationship Id="rId24" Type="http://schemas.openxmlformats.org/officeDocument/2006/relationships/image" Target="../media/image27.png"/><Relationship Id="rId5" Type="http://schemas.openxmlformats.org/officeDocument/2006/relationships/image" Target="../media/image1.png"/><Relationship Id="rId15" Type="http://schemas.openxmlformats.org/officeDocument/2006/relationships/image" Target="../media/image18.svg"/><Relationship Id="rId23" Type="http://schemas.openxmlformats.org/officeDocument/2006/relationships/image" Target="../media/image26.svg"/><Relationship Id="rId10" Type="http://schemas.openxmlformats.org/officeDocument/2006/relationships/image" Target="../media/image13.png"/><Relationship Id="rId19" Type="http://schemas.openxmlformats.org/officeDocument/2006/relationships/image" Target="../media/image22.svg"/><Relationship Id="rId4" Type="http://schemas.openxmlformats.org/officeDocument/2006/relationships/image" Target="../media/image12.svg"/><Relationship Id="rId9" Type="http://schemas.openxmlformats.org/officeDocument/2006/relationships/image" Target="../media/image9.png"/><Relationship Id="rId14" Type="http://schemas.openxmlformats.org/officeDocument/2006/relationships/image" Target="../media/image17.png"/><Relationship Id="rId22" Type="http://schemas.openxmlformats.org/officeDocument/2006/relationships/image" Target="../media/image2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2.svg"/><Relationship Id="rId7" Type="http://schemas.openxmlformats.org/officeDocument/2006/relationships/image" Target="../media/image36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svg"/><Relationship Id="rId3" Type="http://schemas.openxmlformats.org/officeDocument/2006/relationships/image" Target="../media/image38.svg"/><Relationship Id="rId7" Type="http://schemas.openxmlformats.org/officeDocument/2006/relationships/image" Target="../media/image40.svg"/><Relationship Id="rId12" Type="http://schemas.openxmlformats.org/officeDocument/2006/relationships/image" Target="../media/image4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11" Type="http://schemas.openxmlformats.org/officeDocument/2006/relationships/image" Target="../media/image44.svg"/><Relationship Id="rId5" Type="http://schemas.openxmlformats.org/officeDocument/2006/relationships/image" Target="../media/image32.svg"/><Relationship Id="rId10" Type="http://schemas.openxmlformats.org/officeDocument/2006/relationships/image" Target="../media/image43.png"/><Relationship Id="rId4" Type="http://schemas.openxmlformats.org/officeDocument/2006/relationships/image" Target="../media/image31.png"/><Relationship Id="rId9" Type="http://schemas.openxmlformats.org/officeDocument/2006/relationships/image" Target="../media/image42.svg"/><Relationship Id="rId1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8.svg"/><Relationship Id="rId7" Type="http://schemas.openxmlformats.org/officeDocument/2006/relationships/image" Target="../media/image52.sv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svg"/><Relationship Id="rId4" Type="http://schemas.openxmlformats.org/officeDocument/2006/relationships/image" Target="../media/image49.png"/><Relationship Id="rId9" Type="http://schemas.openxmlformats.org/officeDocument/2006/relationships/image" Target="../media/image5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6.svg"/><Relationship Id="rId7" Type="http://schemas.openxmlformats.org/officeDocument/2006/relationships/image" Target="../media/image4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svg"/><Relationship Id="rId10" Type="http://schemas.openxmlformats.org/officeDocument/2006/relationships/image" Target="../media/image55.png"/><Relationship Id="rId4" Type="http://schemas.openxmlformats.org/officeDocument/2006/relationships/image" Target="../media/image1.png"/><Relationship Id="rId9" Type="http://schemas.openxmlformats.org/officeDocument/2006/relationships/image" Target="../media/image5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8.svg"/><Relationship Id="rId7" Type="http://schemas.openxmlformats.org/officeDocument/2006/relationships/image" Target="../media/image52.sv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svg"/><Relationship Id="rId4" Type="http://schemas.openxmlformats.org/officeDocument/2006/relationships/image" Target="../media/image49.png"/><Relationship Id="rId9" Type="http://schemas.openxmlformats.org/officeDocument/2006/relationships/image" Target="../media/image5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38.sv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61.png"/><Relationship Id="rId5" Type="http://schemas.openxmlformats.org/officeDocument/2006/relationships/image" Target="../media/image32.svg"/><Relationship Id="rId10" Type="http://schemas.openxmlformats.org/officeDocument/2006/relationships/image" Target="../media/image60.png"/><Relationship Id="rId4" Type="http://schemas.openxmlformats.org/officeDocument/2006/relationships/image" Target="../media/image31.png"/><Relationship Id="rId9" Type="http://schemas.openxmlformats.org/officeDocument/2006/relationships/image" Target="../media/image5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38.svg"/><Relationship Id="rId7" Type="http://schemas.openxmlformats.org/officeDocument/2006/relationships/image" Target="../media/image63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32.svg"/><Relationship Id="rId4" Type="http://schemas.openxmlformats.org/officeDocument/2006/relationships/image" Target="../media/image31.png"/><Relationship Id="rId9" Type="http://schemas.openxmlformats.org/officeDocument/2006/relationships/image" Target="../media/image6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8.svg"/><Relationship Id="rId7" Type="http://schemas.openxmlformats.org/officeDocument/2006/relationships/image" Target="../media/image52.sv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6982806">
            <a:off x="720300" y="6421716"/>
            <a:ext cx="8842272" cy="11861584"/>
          </a:xfrm>
          <a:custGeom>
            <a:avLst/>
            <a:gdLst/>
            <a:ahLst/>
            <a:cxnLst/>
            <a:rect l="l" t="t" r="r" b="b"/>
            <a:pathLst>
              <a:path w="8842272" h="11861584">
                <a:moveTo>
                  <a:pt x="0" y="0"/>
                </a:moveTo>
                <a:lnTo>
                  <a:pt x="8842272" y="0"/>
                </a:lnTo>
                <a:lnTo>
                  <a:pt x="8842272" y="11861584"/>
                </a:lnTo>
                <a:lnTo>
                  <a:pt x="0" y="11861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5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6501204">
            <a:off x="11046831" y="-5088864"/>
            <a:ext cx="8807178" cy="11814508"/>
          </a:xfrm>
          <a:custGeom>
            <a:avLst/>
            <a:gdLst/>
            <a:ahLst/>
            <a:cxnLst/>
            <a:rect l="l" t="t" r="r" b="b"/>
            <a:pathLst>
              <a:path w="8807178" h="11814508">
                <a:moveTo>
                  <a:pt x="0" y="0"/>
                </a:moveTo>
                <a:lnTo>
                  <a:pt x="8807178" y="0"/>
                </a:lnTo>
                <a:lnTo>
                  <a:pt x="8807178" y="11814507"/>
                </a:lnTo>
                <a:lnTo>
                  <a:pt x="0" y="118145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5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10571821">
            <a:off x="10628437" y="8363453"/>
            <a:ext cx="5947318" cy="7978109"/>
          </a:xfrm>
          <a:custGeom>
            <a:avLst/>
            <a:gdLst/>
            <a:ahLst/>
            <a:cxnLst/>
            <a:rect l="l" t="t" r="r" b="b"/>
            <a:pathLst>
              <a:path w="5947318" h="7978109">
                <a:moveTo>
                  <a:pt x="0" y="0"/>
                </a:moveTo>
                <a:lnTo>
                  <a:pt x="5947318" y="0"/>
                </a:lnTo>
                <a:lnTo>
                  <a:pt x="5947318" y="7978110"/>
                </a:lnTo>
                <a:lnTo>
                  <a:pt x="0" y="79781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-5114765">
            <a:off x="11561828" y="5146485"/>
            <a:ext cx="8542938" cy="7393525"/>
          </a:xfrm>
          <a:custGeom>
            <a:avLst/>
            <a:gdLst/>
            <a:ahLst/>
            <a:cxnLst/>
            <a:rect l="l" t="t" r="r" b="b"/>
            <a:pathLst>
              <a:path w="8542938" h="7393525">
                <a:moveTo>
                  <a:pt x="0" y="0"/>
                </a:moveTo>
                <a:lnTo>
                  <a:pt x="8542938" y="0"/>
                </a:lnTo>
                <a:lnTo>
                  <a:pt x="8542938" y="7393525"/>
                </a:lnTo>
                <a:lnTo>
                  <a:pt x="0" y="73935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 rot="-5058328">
            <a:off x="13255544" y="-4131370"/>
            <a:ext cx="7156478" cy="6935278"/>
          </a:xfrm>
          <a:custGeom>
            <a:avLst/>
            <a:gdLst/>
            <a:ahLst/>
            <a:cxnLst/>
            <a:rect l="l" t="t" r="r" b="b"/>
            <a:pathLst>
              <a:path w="7156478" h="6935278">
                <a:moveTo>
                  <a:pt x="0" y="0"/>
                </a:moveTo>
                <a:lnTo>
                  <a:pt x="7156479" y="0"/>
                </a:lnTo>
                <a:lnTo>
                  <a:pt x="7156479" y="6935279"/>
                </a:lnTo>
                <a:lnTo>
                  <a:pt x="0" y="69352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 rot="3318101">
            <a:off x="-3880130" y="6803731"/>
            <a:ext cx="10117864" cy="10062676"/>
          </a:xfrm>
          <a:custGeom>
            <a:avLst/>
            <a:gdLst/>
            <a:ahLst/>
            <a:cxnLst/>
            <a:rect l="l" t="t" r="r" b="b"/>
            <a:pathLst>
              <a:path w="10117864" h="10062676">
                <a:moveTo>
                  <a:pt x="0" y="0"/>
                </a:moveTo>
                <a:lnTo>
                  <a:pt x="10117864" y="0"/>
                </a:lnTo>
                <a:lnTo>
                  <a:pt x="10117864" y="10062675"/>
                </a:lnTo>
                <a:lnTo>
                  <a:pt x="0" y="1006267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 rot="6800871">
            <a:off x="-1846725" y="-2878373"/>
            <a:ext cx="8542938" cy="7393525"/>
          </a:xfrm>
          <a:custGeom>
            <a:avLst/>
            <a:gdLst/>
            <a:ahLst/>
            <a:cxnLst/>
            <a:rect l="l" t="t" r="r" b="b"/>
            <a:pathLst>
              <a:path w="8542938" h="7393525">
                <a:moveTo>
                  <a:pt x="0" y="0"/>
                </a:moveTo>
                <a:lnTo>
                  <a:pt x="8542938" y="0"/>
                </a:lnTo>
                <a:lnTo>
                  <a:pt x="8542938" y="7393525"/>
                </a:lnTo>
                <a:lnTo>
                  <a:pt x="0" y="73935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0" y="0"/>
            <a:ext cx="5589830" cy="1374166"/>
          </a:xfrm>
          <a:custGeom>
            <a:avLst/>
            <a:gdLst/>
            <a:ahLst/>
            <a:cxnLst/>
            <a:rect l="l" t="t" r="r" b="b"/>
            <a:pathLst>
              <a:path w="5589830" h="1374166">
                <a:moveTo>
                  <a:pt x="0" y="0"/>
                </a:moveTo>
                <a:lnTo>
                  <a:pt x="5589830" y="0"/>
                </a:lnTo>
                <a:lnTo>
                  <a:pt x="5589830" y="1374166"/>
                </a:lnTo>
                <a:lnTo>
                  <a:pt x="0" y="137416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TextBox 10"/>
          <p:cNvSpPr txBox="1"/>
          <p:nvPr/>
        </p:nvSpPr>
        <p:spPr>
          <a:xfrm>
            <a:off x="4681668" y="4420711"/>
            <a:ext cx="8924664" cy="20409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657"/>
              </a:lnSpc>
            </a:pPr>
            <a:r>
              <a:rPr lang="en-US" sz="11898" b="1" spc="111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SERVIHOS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6501204">
            <a:off x="-4899086" y="-8147683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2" y="0"/>
                </a:lnTo>
                <a:lnTo>
                  <a:pt x="9798172" y="13143889"/>
                </a:lnTo>
                <a:lnTo>
                  <a:pt x="0" y="131438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8798399">
            <a:off x="11434890" y="2417332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2" y="0"/>
                </a:lnTo>
                <a:lnTo>
                  <a:pt x="9798172" y="13143890"/>
                </a:lnTo>
                <a:lnTo>
                  <a:pt x="0" y="131438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-10301337">
            <a:off x="9883234" y="-2150579"/>
            <a:ext cx="12901483" cy="11165647"/>
          </a:xfrm>
          <a:custGeom>
            <a:avLst/>
            <a:gdLst/>
            <a:ahLst/>
            <a:cxnLst/>
            <a:rect l="l" t="t" r="r" b="b"/>
            <a:pathLst>
              <a:path w="12901483" h="11165647">
                <a:moveTo>
                  <a:pt x="0" y="0"/>
                </a:moveTo>
                <a:lnTo>
                  <a:pt x="12901483" y="0"/>
                </a:lnTo>
                <a:lnTo>
                  <a:pt x="12901483" y="11165647"/>
                </a:lnTo>
                <a:lnTo>
                  <a:pt x="0" y="1116564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458160">
            <a:off x="-3775194" y="6616870"/>
            <a:ext cx="8481393" cy="7340260"/>
          </a:xfrm>
          <a:custGeom>
            <a:avLst/>
            <a:gdLst/>
            <a:ahLst/>
            <a:cxnLst/>
            <a:rect l="l" t="t" r="r" b="b"/>
            <a:pathLst>
              <a:path w="8481393" h="7340260">
                <a:moveTo>
                  <a:pt x="0" y="0"/>
                </a:moveTo>
                <a:lnTo>
                  <a:pt x="8481393" y="0"/>
                </a:lnTo>
                <a:lnTo>
                  <a:pt x="8481393" y="7340260"/>
                </a:lnTo>
                <a:lnTo>
                  <a:pt x="0" y="734026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Box 6"/>
          <p:cNvSpPr txBox="1"/>
          <p:nvPr/>
        </p:nvSpPr>
        <p:spPr>
          <a:xfrm>
            <a:off x="287290" y="1943183"/>
            <a:ext cx="5820596" cy="1319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726"/>
              </a:lnSpc>
            </a:pPr>
            <a:r>
              <a:rPr lang="en-US" sz="7662" b="1" spc="720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PROYECTO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87290" y="1115260"/>
            <a:ext cx="6813514" cy="980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957"/>
              </a:lnSpc>
            </a:pPr>
            <a:r>
              <a:rPr lang="en-US" sz="5683" spc="534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INTEGRANTES DEL</a:t>
            </a:r>
          </a:p>
        </p:txBody>
      </p:sp>
      <p:sp>
        <p:nvSpPr>
          <p:cNvPr id="8" name="Freeform 8"/>
          <p:cNvSpPr/>
          <p:nvPr/>
        </p:nvSpPr>
        <p:spPr>
          <a:xfrm>
            <a:off x="0" y="0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TextBox 9"/>
          <p:cNvSpPr txBox="1"/>
          <p:nvPr/>
        </p:nvSpPr>
        <p:spPr>
          <a:xfrm>
            <a:off x="4495800" y="4453232"/>
            <a:ext cx="9063819" cy="9941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260938" lvl="1" indent="-630469" algn="ctr">
              <a:lnSpc>
                <a:spcPts val="8176"/>
              </a:lnSpc>
              <a:buFont typeface="Arial"/>
              <a:buChar char="•"/>
            </a:pPr>
            <a:r>
              <a:rPr lang="en-US" sz="5840" b="1" dirty="0">
                <a:solidFill>
                  <a:srgbClr val="15254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Bruno Benavente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354193" y="3122473"/>
            <a:ext cx="9063818" cy="9941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260938" lvl="1" indent="-630469" algn="ctr">
              <a:lnSpc>
                <a:spcPts val="8176"/>
              </a:lnSpc>
              <a:buFont typeface="Arial"/>
              <a:buChar char="•"/>
            </a:pPr>
            <a:r>
              <a:rPr lang="en-US" sz="5840" b="1" dirty="0">
                <a:solidFill>
                  <a:srgbClr val="15254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Benjamín Espina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100804" y="5261778"/>
            <a:ext cx="7978706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b="1" dirty="0" err="1">
                <a:solidFill>
                  <a:srgbClr val="15254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Desarollador</a:t>
            </a:r>
            <a:endParaRPr lang="en-US" sz="3999" b="1" dirty="0">
              <a:solidFill>
                <a:srgbClr val="152540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100804" y="4006048"/>
            <a:ext cx="7978706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b="1" dirty="0">
                <a:solidFill>
                  <a:srgbClr val="15254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Jefe de Proyecto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801515" y="0"/>
            <a:ext cx="7486485" cy="10287000"/>
          </a:xfrm>
          <a:custGeom>
            <a:avLst/>
            <a:gdLst/>
            <a:ahLst/>
            <a:cxnLst/>
            <a:rect l="l" t="t" r="r" b="b"/>
            <a:pathLst>
              <a:path w="7486485" h="10287000">
                <a:moveTo>
                  <a:pt x="0" y="0"/>
                </a:moveTo>
                <a:lnTo>
                  <a:pt x="7486485" y="0"/>
                </a:lnTo>
                <a:lnTo>
                  <a:pt x="7486485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0600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445925">
            <a:off x="3142738" y="-769394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3" y="0"/>
                </a:lnTo>
                <a:lnTo>
                  <a:pt x="9798173" y="13143890"/>
                </a:lnTo>
                <a:lnTo>
                  <a:pt x="0" y="1314389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-8798399">
            <a:off x="8466276" y="-9590538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3" y="0"/>
                </a:lnTo>
                <a:lnTo>
                  <a:pt x="9798173" y="13143890"/>
                </a:lnTo>
                <a:lnTo>
                  <a:pt x="0" y="1314389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3283157">
            <a:off x="-1501206" y="7329841"/>
            <a:ext cx="5624862" cy="7545546"/>
          </a:xfrm>
          <a:custGeom>
            <a:avLst/>
            <a:gdLst/>
            <a:ahLst/>
            <a:cxnLst/>
            <a:rect l="l" t="t" r="r" b="b"/>
            <a:pathLst>
              <a:path w="5624862" h="7545546">
                <a:moveTo>
                  <a:pt x="0" y="0"/>
                </a:moveTo>
                <a:lnTo>
                  <a:pt x="5624862" y="0"/>
                </a:lnTo>
                <a:lnTo>
                  <a:pt x="5624862" y="7545546"/>
                </a:lnTo>
                <a:lnTo>
                  <a:pt x="0" y="7545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Box 6"/>
          <p:cNvSpPr txBox="1"/>
          <p:nvPr/>
        </p:nvSpPr>
        <p:spPr>
          <a:xfrm>
            <a:off x="1028700" y="1594411"/>
            <a:ext cx="6460548" cy="9663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961"/>
              </a:lnSpc>
            </a:pPr>
            <a:r>
              <a:rPr lang="en-US" sz="5686" spc="534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PROBLEMATICA</a:t>
            </a:r>
          </a:p>
        </p:txBody>
      </p:sp>
      <p:sp>
        <p:nvSpPr>
          <p:cNvPr id="7" name="Freeform 7"/>
          <p:cNvSpPr/>
          <p:nvPr/>
        </p:nvSpPr>
        <p:spPr>
          <a:xfrm rot="2770156">
            <a:off x="-2577184" y="-2165857"/>
            <a:ext cx="5154368" cy="4995052"/>
          </a:xfrm>
          <a:custGeom>
            <a:avLst/>
            <a:gdLst/>
            <a:ahLst/>
            <a:cxnLst/>
            <a:rect l="l" t="t" r="r" b="b"/>
            <a:pathLst>
              <a:path w="5154368" h="4995052">
                <a:moveTo>
                  <a:pt x="0" y="0"/>
                </a:moveTo>
                <a:lnTo>
                  <a:pt x="5154368" y="0"/>
                </a:lnTo>
                <a:lnTo>
                  <a:pt x="5154368" y="4995051"/>
                </a:lnTo>
                <a:lnTo>
                  <a:pt x="0" y="49950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 rot="2770156">
            <a:off x="15710816" y="8522875"/>
            <a:ext cx="5154368" cy="4995052"/>
          </a:xfrm>
          <a:custGeom>
            <a:avLst/>
            <a:gdLst/>
            <a:ahLst/>
            <a:cxnLst/>
            <a:rect l="l" t="t" r="r" b="b"/>
            <a:pathLst>
              <a:path w="5154368" h="4995052">
                <a:moveTo>
                  <a:pt x="0" y="0"/>
                </a:moveTo>
                <a:lnTo>
                  <a:pt x="5154368" y="0"/>
                </a:lnTo>
                <a:lnTo>
                  <a:pt x="5154368" y="4995052"/>
                </a:lnTo>
                <a:lnTo>
                  <a:pt x="0" y="499505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0" y="0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Freeform 10"/>
          <p:cNvSpPr/>
          <p:nvPr/>
        </p:nvSpPr>
        <p:spPr>
          <a:xfrm>
            <a:off x="1028700" y="3250009"/>
            <a:ext cx="1305108" cy="1305108"/>
          </a:xfrm>
          <a:custGeom>
            <a:avLst/>
            <a:gdLst/>
            <a:ahLst/>
            <a:cxnLst/>
            <a:rect l="l" t="t" r="r" b="b"/>
            <a:pathLst>
              <a:path w="1305108" h="1305108">
                <a:moveTo>
                  <a:pt x="0" y="0"/>
                </a:moveTo>
                <a:lnTo>
                  <a:pt x="1305108" y="0"/>
                </a:lnTo>
                <a:lnTo>
                  <a:pt x="1305108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2806238" y="3250009"/>
            <a:ext cx="1560455" cy="1305108"/>
          </a:xfrm>
          <a:custGeom>
            <a:avLst/>
            <a:gdLst/>
            <a:ahLst/>
            <a:cxnLst/>
            <a:rect l="l" t="t" r="r" b="b"/>
            <a:pathLst>
              <a:path w="1560455" h="1305108">
                <a:moveTo>
                  <a:pt x="0" y="0"/>
                </a:moveTo>
                <a:lnTo>
                  <a:pt x="1560455" y="0"/>
                </a:lnTo>
                <a:lnTo>
                  <a:pt x="1560455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Freeform 12"/>
          <p:cNvSpPr/>
          <p:nvPr/>
        </p:nvSpPr>
        <p:spPr>
          <a:xfrm>
            <a:off x="4842943" y="3250009"/>
            <a:ext cx="2308068" cy="1305108"/>
          </a:xfrm>
          <a:custGeom>
            <a:avLst/>
            <a:gdLst/>
            <a:ahLst/>
            <a:cxnLst/>
            <a:rect l="l" t="t" r="r" b="b"/>
            <a:pathLst>
              <a:path w="2308068" h="1305108">
                <a:moveTo>
                  <a:pt x="0" y="0"/>
                </a:moveTo>
                <a:lnTo>
                  <a:pt x="2308068" y="0"/>
                </a:lnTo>
                <a:lnTo>
                  <a:pt x="2308068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1028700" y="6627647"/>
            <a:ext cx="2098857" cy="1305108"/>
          </a:xfrm>
          <a:custGeom>
            <a:avLst/>
            <a:gdLst/>
            <a:ahLst/>
            <a:cxnLst/>
            <a:rect l="l" t="t" r="r" b="b"/>
            <a:pathLst>
              <a:path w="2098857" h="1305108">
                <a:moveTo>
                  <a:pt x="0" y="0"/>
                </a:moveTo>
                <a:lnTo>
                  <a:pt x="2098857" y="0"/>
                </a:lnTo>
                <a:lnTo>
                  <a:pt x="2098857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Freeform 14"/>
          <p:cNvSpPr/>
          <p:nvPr/>
        </p:nvSpPr>
        <p:spPr>
          <a:xfrm>
            <a:off x="941550" y="3162860"/>
            <a:ext cx="1479407" cy="1479407"/>
          </a:xfrm>
          <a:custGeom>
            <a:avLst/>
            <a:gdLst/>
            <a:ahLst/>
            <a:cxnLst/>
            <a:rect l="l" t="t" r="r" b="b"/>
            <a:pathLst>
              <a:path w="1479407" h="1479407">
                <a:moveTo>
                  <a:pt x="0" y="0"/>
                </a:moveTo>
                <a:lnTo>
                  <a:pt x="1479407" y="0"/>
                </a:lnTo>
                <a:lnTo>
                  <a:pt x="1479407" y="1479407"/>
                </a:lnTo>
                <a:lnTo>
                  <a:pt x="0" y="1479407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Freeform 15"/>
          <p:cNvSpPr/>
          <p:nvPr/>
        </p:nvSpPr>
        <p:spPr>
          <a:xfrm>
            <a:off x="1070133" y="3468375"/>
            <a:ext cx="1222241" cy="868376"/>
          </a:xfrm>
          <a:custGeom>
            <a:avLst/>
            <a:gdLst/>
            <a:ahLst/>
            <a:cxnLst/>
            <a:rect l="l" t="t" r="r" b="b"/>
            <a:pathLst>
              <a:path w="1222241" h="868376">
                <a:moveTo>
                  <a:pt x="0" y="0"/>
                </a:moveTo>
                <a:lnTo>
                  <a:pt x="1222242" y="0"/>
                </a:lnTo>
                <a:lnTo>
                  <a:pt x="1222242" y="868376"/>
                </a:lnTo>
                <a:lnTo>
                  <a:pt x="0" y="868376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6" name="Freeform 16"/>
          <p:cNvSpPr/>
          <p:nvPr/>
        </p:nvSpPr>
        <p:spPr>
          <a:xfrm>
            <a:off x="3606420" y="6627647"/>
            <a:ext cx="1305108" cy="1305108"/>
          </a:xfrm>
          <a:custGeom>
            <a:avLst/>
            <a:gdLst/>
            <a:ahLst/>
            <a:cxnLst/>
            <a:rect l="l" t="t" r="r" b="b"/>
            <a:pathLst>
              <a:path w="1305108" h="1305108">
                <a:moveTo>
                  <a:pt x="0" y="0"/>
                </a:moveTo>
                <a:lnTo>
                  <a:pt x="1305108" y="0"/>
                </a:lnTo>
                <a:lnTo>
                  <a:pt x="1305108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7" name="Freeform 17"/>
          <p:cNvSpPr/>
          <p:nvPr/>
        </p:nvSpPr>
        <p:spPr>
          <a:xfrm>
            <a:off x="3519270" y="6540498"/>
            <a:ext cx="1479407" cy="1479407"/>
          </a:xfrm>
          <a:custGeom>
            <a:avLst/>
            <a:gdLst/>
            <a:ahLst/>
            <a:cxnLst/>
            <a:rect l="l" t="t" r="r" b="b"/>
            <a:pathLst>
              <a:path w="1479407" h="1479407">
                <a:moveTo>
                  <a:pt x="0" y="0"/>
                </a:moveTo>
                <a:lnTo>
                  <a:pt x="1479407" y="0"/>
                </a:lnTo>
                <a:lnTo>
                  <a:pt x="1479407" y="1479407"/>
                </a:lnTo>
                <a:lnTo>
                  <a:pt x="0" y="1479407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8" name="Freeform 18"/>
          <p:cNvSpPr/>
          <p:nvPr/>
        </p:nvSpPr>
        <p:spPr>
          <a:xfrm>
            <a:off x="3794065" y="6737314"/>
            <a:ext cx="929817" cy="1085774"/>
          </a:xfrm>
          <a:custGeom>
            <a:avLst/>
            <a:gdLst/>
            <a:ahLst/>
            <a:cxnLst/>
            <a:rect l="l" t="t" r="r" b="b"/>
            <a:pathLst>
              <a:path w="929817" h="1085774">
                <a:moveTo>
                  <a:pt x="0" y="0"/>
                </a:moveTo>
                <a:lnTo>
                  <a:pt x="929817" y="0"/>
                </a:lnTo>
                <a:lnTo>
                  <a:pt x="929817" y="1085774"/>
                </a:lnTo>
                <a:lnTo>
                  <a:pt x="0" y="1085774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9" name="Freeform 19"/>
          <p:cNvSpPr/>
          <p:nvPr/>
        </p:nvSpPr>
        <p:spPr>
          <a:xfrm>
            <a:off x="5665427" y="6627647"/>
            <a:ext cx="1153241" cy="1305108"/>
          </a:xfrm>
          <a:custGeom>
            <a:avLst/>
            <a:gdLst/>
            <a:ahLst/>
            <a:cxnLst/>
            <a:rect l="l" t="t" r="r" b="b"/>
            <a:pathLst>
              <a:path w="1153241" h="1305108">
                <a:moveTo>
                  <a:pt x="0" y="0"/>
                </a:moveTo>
                <a:lnTo>
                  <a:pt x="1153241" y="0"/>
                </a:lnTo>
                <a:lnTo>
                  <a:pt x="1153241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0" name="TextBox 20"/>
          <p:cNvSpPr txBox="1"/>
          <p:nvPr/>
        </p:nvSpPr>
        <p:spPr>
          <a:xfrm>
            <a:off x="1028700" y="5101451"/>
            <a:ext cx="8324690" cy="1259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58"/>
              </a:lnSpc>
            </a:pPr>
            <a:r>
              <a:rPr lang="en-US" sz="7327" b="1" spc="68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SOLUCIÓN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32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474142" y="3894770"/>
            <a:ext cx="5141050" cy="3202088"/>
            <a:chOff x="0" y="0"/>
            <a:chExt cx="812800" cy="50625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506250"/>
            </a:xfrm>
            <a:custGeom>
              <a:avLst/>
              <a:gdLst/>
              <a:ahLst/>
              <a:cxnLst/>
              <a:rect l="l" t="t" r="r" b="b"/>
              <a:pathLst>
                <a:path w="812800" h="506250">
                  <a:moveTo>
                    <a:pt x="39153" y="0"/>
                  </a:moveTo>
                  <a:lnTo>
                    <a:pt x="773647" y="0"/>
                  </a:lnTo>
                  <a:cubicBezTo>
                    <a:pt x="784031" y="0"/>
                    <a:pt x="793990" y="4125"/>
                    <a:pt x="801332" y="11468"/>
                  </a:cubicBezTo>
                  <a:cubicBezTo>
                    <a:pt x="808675" y="18810"/>
                    <a:pt x="812800" y="28769"/>
                    <a:pt x="812800" y="39153"/>
                  </a:cubicBezTo>
                  <a:lnTo>
                    <a:pt x="812800" y="467097"/>
                  </a:lnTo>
                  <a:cubicBezTo>
                    <a:pt x="812800" y="477481"/>
                    <a:pt x="808675" y="487440"/>
                    <a:pt x="801332" y="494782"/>
                  </a:cubicBezTo>
                  <a:cubicBezTo>
                    <a:pt x="793990" y="502125"/>
                    <a:pt x="784031" y="506250"/>
                    <a:pt x="773647" y="506250"/>
                  </a:cubicBezTo>
                  <a:lnTo>
                    <a:pt x="39153" y="506250"/>
                  </a:lnTo>
                  <a:cubicBezTo>
                    <a:pt x="28769" y="506250"/>
                    <a:pt x="18810" y="502125"/>
                    <a:pt x="11468" y="494782"/>
                  </a:cubicBezTo>
                  <a:cubicBezTo>
                    <a:pt x="4125" y="487440"/>
                    <a:pt x="0" y="477481"/>
                    <a:pt x="0" y="467097"/>
                  </a:cubicBezTo>
                  <a:lnTo>
                    <a:pt x="0" y="39153"/>
                  </a:lnTo>
                  <a:cubicBezTo>
                    <a:pt x="0" y="28769"/>
                    <a:pt x="4125" y="18810"/>
                    <a:pt x="11468" y="11468"/>
                  </a:cubicBezTo>
                  <a:cubicBezTo>
                    <a:pt x="18810" y="4125"/>
                    <a:pt x="28769" y="0"/>
                    <a:pt x="39153" y="0"/>
                  </a:cubicBezTo>
                  <a:close/>
                </a:path>
              </a:pathLst>
            </a:custGeom>
            <a:solidFill>
              <a:srgbClr val="F6FFEC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812800" cy="4967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265748" y="2739000"/>
            <a:ext cx="10217687" cy="5663769"/>
            <a:chOff x="0" y="0"/>
            <a:chExt cx="1615416" cy="89544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615416" cy="895442"/>
            </a:xfrm>
            <a:custGeom>
              <a:avLst/>
              <a:gdLst/>
              <a:ahLst/>
              <a:cxnLst/>
              <a:rect l="l" t="t" r="r" b="b"/>
              <a:pathLst>
                <a:path w="1615416" h="895442">
                  <a:moveTo>
                    <a:pt x="19700" y="0"/>
                  </a:moveTo>
                  <a:lnTo>
                    <a:pt x="1595716" y="0"/>
                  </a:lnTo>
                  <a:cubicBezTo>
                    <a:pt x="1600941" y="0"/>
                    <a:pt x="1605952" y="2076"/>
                    <a:pt x="1609646" y="5770"/>
                  </a:cubicBezTo>
                  <a:cubicBezTo>
                    <a:pt x="1613341" y="9465"/>
                    <a:pt x="1615416" y="14475"/>
                    <a:pt x="1615416" y="19700"/>
                  </a:cubicBezTo>
                  <a:lnTo>
                    <a:pt x="1615416" y="875742"/>
                  </a:lnTo>
                  <a:cubicBezTo>
                    <a:pt x="1615416" y="886622"/>
                    <a:pt x="1606596" y="895442"/>
                    <a:pt x="1595716" y="895442"/>
                  </a:cubicBezTo>
                  <a:lnTo>
                    <a:pt x="19700" y="895442"/>
                  </a:lnTo>
                  <a:cubicBezTo>
                    <a:pt x="8820" y="895442"/>
                    <a:pt x="0" y="886622"/>
                    <a:pt x="0" y="875742"/>
                  </a:cubicBezTo>
                  <a:lnTo>
                    <a:pt x="0" y="19700"/>
                  </a:lnTo>
                  <a:cubicBezTo>
                    <a:pt x="0" y="8820"/>
                    <a:pt x="8820" y="0"/>
                    <a:pt x="19700" y="0"/>
                  </a:cubicBezTo>
                  <a:close/>
                </a:path>
              </a:pathLst>
            </a:custGeom>
            <a:solidFill>
              <a:srgbClr val="F6FFEC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9525"/>
              <a:ext cx="1615416" cy="8859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4981655" y="1099365"/>
            <a:ext cx="8324690" cy="1252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58"/>
              </a:lnSpc>
            </a:pPr>
            <a:r>
              <a:rPr lang="en-US" sz="7327" b="1" spc="688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OBJETIVOS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757841" y="3042063"/>
            <a:ext cx="5637184" cy="4711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96"/>
              </a:lnSpc>
            </a:pPr>
            <a:r>
              <a:rPr lang="en-US" sz="3859" b="1" spc="38">
                <a:solidFill>
                  <a:srgbClr val="25375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Objetivos específicos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62962" y="5415982"/>
            <a:ext cx="4563411" cy="13586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8"/>
              </a:lnSpc>
            </a:pPr>
            <a:r>
              <a:rPr lang="en-US" sz="2605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</a:t>
            </a: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esarrollar una herramienta tecnológica que permita la gestión de una hospedería.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265748" y="3684682"/>
            <a:ext cx="10039019" cy="502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2612" lvl="1" indent="-281306" algn="just">
              <a:lnSpc>
                <a:spcPts val="3648"/>
              </a:lnSpc>
              <a:buFont typeface="Arial"/>
              <a:buChar char="•"/>
            </a:pPr>
            <a:r>
              <a:rPr lang="en-US" sz="2605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 espe</a:t>
            </a: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ra que tras un periodo de 1 mes, el 100% de usuario encargado queden registrados en la plataforma.</a:t>
            </a:r>
          </a:p>
          <a:p>
            <a:pPr marL="562612" lvl="1" indent="-281306" algn="just">
              <a:lnSpc>
                <a:spcPts val="3648"/>
              </a:lnSpc>
              <a:buFont typeface="Arial"/>
              <a:buChar char="•"/>
            </a:pP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 espera que a los 2 meses el 80% de los usuarios de hospedería estén registrados en el sistema.</a:t>
            </a:r>
          </a:p>
          <a:p>
            <a:pPr marL="562612" lvl="1" indent="-281306" algn="just">
              <a:lnSpc>
                <a:spcPts val="3648"/>
              </a:lnSpc>
              <a:buFont typeface="Arial"/>
              <a:buChar char="•"/>
            </a:pP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 espera que a los 2 meses al menos el 60% de los servicios utilizados queden registrados en el sistema.</a:t>
            </a:r>
          </a:p>
          <a:p>
            <a:pPr marL="562612" lvl="1" indent="-281306" algn="just">
              <a:lnSpc>
                <a:spcPts val="3648"/>
              </a:lnSpc>
              <a:buFont typeface="Arial"/>
              <a:buChar char="•"/>
            </a:pP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 espera que, en un plazo de 3 meses, el 100% de los usuarios actuales de hospedería queden registrados en la plataforma.</a:t>
            </a:r>
          </a:p>
          <a:p>
            <a:pPr marL="562612" lvl="1" indent="-281306" algn="just">
              <a:lnSpc>
                <a:spcPts val="3648"/>
              </a:lnSpc>
              <a:buFont typeface="Arial"/>
              <a:buChar char="•"/>
            </a:pP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 espera que a los 6 meses se hayan digitalizado todos los reportes.</a:t>
            </a:r>
          </a:p>
          <a:p>
            <a:pPr algn="just">
              <a:lnSpc>
                <a:spcPts val="3648"/>
              </a:lnSpc>
            </a:pPr>
            <a:endParaRPr lang="en-US" sz="2605" u="none" strike="noStrike" spc="57">
              <a:solidFill>
                <a:srgbClr val="15254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2" name="AutoShape 12"/>
          <p:cNvSpPr/>
          <p:nvPr/>
        </p:nvSpPr>
        <p:spPr>
          <a:xfrm flipV="1">
            <a:off x="1678409" y="5198652"/>
            <a:ext cx="4732518" cy="0"/>
          </a:xfrm>
          <a:prstGeom prst="line">
            <a:avLst/>
          </a:prstGeom>
          <a:ln w="38100" cap="flat">
            <a:solidFill>
              <a:srgbClr val="29323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13" name="AutoShape 13"/>
          <p:cNvSpPr/>
          <p:nvPr/>
        </p:nvSpPr>
        <p:spPr>
          <a:xfrm flipV="1">
            <a:off x="10058432" y="3532282"/>
            <a:ext cx="4732518" cy="0"/>
          </a:xfrm>
          <a:prstGeom prst="line">
            <a:avLst/>
          </a:prstGeom>
          <a:ln w="38100" cap="flat">
            <a:solidFill>
              <a:srgbClr val="29323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14" name="Freeform 14"/>
          <p:cNvSpPr/>
          <p:nvPr/>
        </p:nvSpPr>
        <p:spPr>
          <a:xfrm>
            <a:off x="16321534" y="-285545"/>
            <a:ext cx="1966466" cy="1884231"/>
          </a:xfrm>
          <a:custGeom>
            <a:avLst/>
            <a:gdLst/>
            <a:ahLst/>
            <a:cxnLst/>
            <a:rect l="l" t="t" r="r" b="b"/>
            <a:pathLst>
              <a:path w="1966466" h="1884231">
                <a:moveTo>
                  <a:pt x="0" y="0"/>
                </a:moveTo>
                <a:lnTo>
                  <a:pt x="1966466" y="0"/>
                </a:lnTo>
                <a:lnTo>
                  <a:pt x="1966466" y="1884232"/>
                </a:lnTo>
                <a:lnTo>
                  <a:pt x="0" y="18842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5" name="Freeform 15"/>
          <p:cNvSpPr/>
          <p:nvPr/>
        </p:nvSpPr>
        <p:spPr>
          <a:xfrm>
            <a:off x="17304767" y="854768"/>
            <a:ext cx="1966466" cy="1884231"/>
          </a:xfrm>
          <a:custGeom>
            <a:avLst/>
            <a:gdLst/>
            <a:ahLst/>
            <a:cxnLst/>
            <a:rect l="l" t="t" r="r" b="b"/>
            <a:pathLst>
              <a:path w="1966466" h="1884231">
                <a:moveTo>
                  <a:pt x="0" y="0"/>
                </a:moveTo>
                <a:lnTo>
                  <a:pt x="1966466" y="0"/>
                </a:lnTo>
                <a:lnTo>
                  <a:pt x="1966466" y="1884232"/>
                </a:lnTo>
                <a:lnTo>
                  <a:pt x="0" y="18842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6" name="Freeform 16"/>
          <p:cNvSpPr/>
          <p:nvPr/>
        </p:nvSpPr>
        <p:spPr>
          <a:xfrm>
            <a:off x="0" y="9258300"/>
            <a:ext cx="1966466" cy="1884231"/>
          </a:xfrm>
          <a:custGeom>
            <a:avLst/>
            <a:gdLst/>
            <a:ahLst/>
            <a:cxnLst/>
            <a:rect l="l" t="t" r="r" b="b"/>
            <a:pathLst>
              <a:path w="1966466" h="1884231">
                <a:moveTo>
                  <a:pt x="0" y="0"/>
                </a:moveTo>
                <a:lnTo>
                  <a:pt x="1966466" y="0"/>
                </a:lnTo>
                <a:lnTo>
                  <a:pt x="1966466" y="1884231"/>
                </a:lnTo>
                <a:lnTo>
                  <a:pt x="0" y="18842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7" name="Freeform 17"/>
          <p:cNvSpPr/>
          <p:nvPr/>
        </p:nvSpPr>
        <p:spPr>
          <a:xfrm>
            <a:off x="-937766" y="8402769"/>
            <a:ext cx="1966466" cy="1884231"/>
          </a:xfrm>
          <a:custGeom>
            <a:avLst/>
            <a:gdLst/>
            <a:ahLst/>
            <a:cxnLst/>
            <a:rect l="l" t="t" r="r" b="b"/>
            <a:pathLst>
              <a:path w="1966466" h="1884231">
                <a:moveTo>
                  <a:pt x="0" y="0"/>
                </a:moveTo>
                <a:lnTo>
                  <a:pt x="1966466" y="0"/>
                </a:lnTo>
                <a:lnTo>
                  <a:pt x="1966466" y="1884231"/>
                </a:lnTo>
                <a:lnTo>
                  <a:pt x="0" y="18842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8" name="Freeform 18"/>
          <p:cNvSpPr/>
          <p:nvPr/>
        </p:nvSpPr>
        <p:spPr>
          <a:xfrm rot="672866">
            <a:off x="-1019041" y="-1783519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Box 19"/>
          <p:cNvSpPr txBox="1"/>
          <p:nvPr/>
        </p:nvSpPr>
        <p:spPr>
          <a:xfrm>
            <a:off x="1852306" y="4161453"/>
            <a:ext cx="4384724" cy="673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03"/>
              </a:lnSpc>
            </a:pPr>
            <a:r>
              <a:rPr lang="en-US" sz="3859" b="1" spc="38">
                <a:solidFill>
                  <a:srgbClr val="25375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Objetivo General</a:t>
            </a:r>
          </a:p>
        </p:txBody>
      </p:sp>
      <p:sp>
        <p:nvSpPr>
          <p:cNvPr id="20" name="Freeform 20"/>
          <p:cNvSpPr/>
          <p:nvPr/>
        </p:nvSpPr>
        <p:spPr>
          <a:xfrm rot="-10799999">
            <a:off x="12715117" y="7583041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21" name="Freeform 21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32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90950" y="-2033784"/>
            <a:ext cx="8535602" cy="7976908"/>
          </a:xfrm>
          <a:custGeom>
            <a:avLst/>
            <a:gdLst/>
            <a:ahLst/>
            <a:cxnLst/>
            <a:rect l="l" t="t" r="r" b="b"/>
            <a:pathLst>
              <a:path w="8535602" h="7976908">
                <a:moveTo>
                  <a:pt x="0" y="0"/>
                </a:moveTo>
                <a:lnTo>
                  <a:pt x="8535602" y="0"/>
                </a:lnTo>
                <a:lnTo>
                  <a:pt x="8535602" y="7976908"/>
                </a:lnTo>
                <a:lnTo>
                  <a:pt x="0" y="79769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10151301">
            <a:off x="11164674" y="6546853"/>
            <a:ext cx="8535602" cy="7976908"/>
          </a:xfrm>
          <a:custGeom>
            <a:avLst/>
            <a:gdLst/>
            <a:ahLst/>
            <a:cxnLst/>
            <a:rect l="l" t="t" r="r" b="b"/>
            <a:pathLst>
              <a:path w="8535602" h="7976908">
                <a:moveTo>
                  <a:pt x="0" y="0"/>
                </a:moveTo>
                <a:lnTo>
                  <a:pt x="8535602" y="0"/>
                </a:lnTo>
                <a:lnTo>
                  <a:pt x="8535602" y="7976908"/>
                </a:lnTo>
                <a:lnTo>
                  <a:pt x="0" y="79769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4" name="Group 4"/>
          <p:cNvGrpSpPr/>
          <p:nvPr/>
        </p:nvGrpSpPr>
        <p:grpSpPr>
          <a:xfrm>
            <a:off x="9932552" y="4019987"/>
            <a:ext cx="7258358" cy="4186037"/>
            <a:chOff x="0" y="0"/>
            <a:chExt cx="1617741" cy="93298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617741" cy="932983"/>
            </a:xfrm>
            <a:custGeom>
              <a:avLst/>
              <a:gdLst/>
              <a:ahLst/>
              <a:cxnLst/>
              <a:rect l="l" t="t" r="r" b="b"/>
              <a:pathLst>
                <a:path w="1617741" h="932983">
                  <a:moveTo>
                    <a:pt x="62931" y="0"/>
                  </a:moveTo>
                  <a:lnTo>
                    <a:pt x="1554810" y="0"/>
                  </a:lnTo>
                  <a:cubicBezTo>
                    <a:pt x="1589566" y="0"/>
                    <a:pt x="1617741" y="28175"/>
                    <a:pt x="1617741" y="62931"/>
                  </a:cubicBezTo>
                  <a:lnTo>
                    <a:pt x="1617741" y="870052"/>
                  </a:lnTo>
                  <a:cubicBezTo>
                    <a:pt x="1617741" y="904808"/>
                    <a:pt x="1589566" y="932983"/>
                    <a:pt x="1554810" y="932983"/>
                  </a:cubicBezTo>
                  <a:lnTo>
                    <a:pt x="62931" y="932983"/>
                  </a:lnTo>
                  <a:cubicBezTo>
                    <a:pt x="28175" y="932983"/>
                    <a:pt x="0" y="904808"/>
                    <a:pt x="0" y="870052"/>
                  </a:cubicBezTo>
                  <a:lnTo>
                    <a:pt x="0" y="62931"/>
                  </a:lnTo>
                  <a:cubicBezTo>
                    <a:pt x="0" y="28175"/>
                    <a:pt x="28175" y="0"/>
                    <a:pt x="6293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D2E5E9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9525"/>
              <a:ext cx="1617741" cy="9234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9006545" y="1249819"/>
            <a:ext cx="8184365" cy="1211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9841"/>
              </a:lnSpc>
            </a:pPr>
            <a:r>
              <a:rPr lang="en-US" sz="7029" spc="660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REQUERIMIENTOS</a:t>
            </a:r>
          </a:p>
        </p:txBody>
      </p:sp>
      <p:sp>
        <p:nvSpPr>
          <p:cNvPr id="8" name="Freeform 8"/>
          <p:cNvSpPr/>
          <p:nvPr/>
        </p:nvSpPr>
        <p:spPr>
          <a:xfrm rot="-10800000">
            <a:off x="12716194" y="4019987"/>
            <a:ext cx="4474715" cy="1033825"/>
          </a:xfrm>
          <a:custGeom>
            <a:avLst/>
            <a:gdLst/>
            <a:ahLst/>
            <a:cxnLst/>
            <a:rect l="l" t="t" r="r" b="b"/>
            <a:pathLst>
              <a:path w="4474715" h="1033825">
                <a:moveTo>
                  <a:pt x="0" y="0"/>
                </a:moveTo>
                <a:lnTo>
                  <a:pt x="4474715" y="0"/>
                </a:lnTo>
                <a:lnTo>
                  <a:pt x="4474715" y="1033825"/>
                </a:lnTo>
                <a:lnTo>
                  <a:pt x="0" y="10338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473620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-1446812" y="7841762"/>
            <a:ext cx="5482705" cy="4884592"/>
          </a:xfrm>
          <a:custGeom>
            <a:avLst/>
            <a:gdLst/>
            <a:ahLst/>
            <a:cxnLst/>
            <a:rect l="l" t="t" r="r" b="b"/>
            <a:pathLst>
              <a:path w="5482705" h="4884592">
                <a:moveTo>
                  <a:pt x="0" y="0"/>
                </a:moveTo>
                <a:lnTo>
                  <a:pt x="5482705" y="0"/>
                </a:lnTo>
                <a:lnTo>
                  <a:pt x="5482705" y="4884591"/>
                </a:lnTo>
                <a:lnTo>
                  <a:pt x="0" y="488459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0" name="Freeform 10"/>
          <p:cNvSpPr/>
          <p:nvPr/>
        </p:nvSpPr>
        <p:spPr>
          <a:xfrm rot="10452176">
            <a:off x="15012576" y="-2759682"/>
            <a:ext cx="5482705" cy="4884592"/>
          </a:xfrm>
          <a:custGeom>
            <a:avLst/>
            <a:gdLst/>
            <a:ahLst/>
            <a:cxnLst/>
            <a:rect l="l" t="t" r="r" b="b"/>
            <a:pathLst>
              <a:path w="5482705" h="4884592">
                <a:moveTo>
                  <a:pt x="0" y="0"/>
                </a:moveTo>
                <a:lnTo>
                  <a:pt x="5482705" y="0"/>
                </a:lnTo>
                <a:lnTo>
                  <a:pt x="5482705" y="4884591"/>
                </a:lnTo>
                <a:lnTo>
                  <a:pt x="0" y="488459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Box 11"/>
          <p:cNvSpPr txBox="1"/>
          <p:nvPr/>
        </p:nvSpPr>
        <p:spPr>
          <a:xfrm>
            <a:off x="8730021" y="2259767"/>
            <a:ext cx="8521969" cy="1226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0080"/>
              </a:lnSpc>
            </a:pPr>
            <a:r>
              <a:rPr lang="en-US" sz="7200" b="1" spc="676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-LIMITACIONES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121213" y="5079700"/>
            <a:ext cx="6875577" cy="26134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6161" lvl="1" indent="-268081" algn="just">
              <a:lnSpc>
                <a:spcPts val="3476"/>
              </a:lnSpc>
              <a:buFont typeface="Arial"/>
              <a:buChar char="•"/>
            </a:pPr>
            <a:r>
              <a:rPr lang="en-US" sz="2483" spc="54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Presupuesto de la hospedería </a:t>
            </a:r>
          </a:p>
          <a:p>
            <a:pPr marL="536161" lvl="1" indent="-268081" algn="just">
              <a:lnSpc>
                <a:spcPts val="3476"/>
              </a:lnSpc>
              <a:buFont typeface="Arial"/>
              <a:buChar char="•"/>
            </a:pPr>
            <a:r>
              <a:rPr lang="en-US" sz="2483" u="none" strike="noStrike" spc="54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Tiempo de desarrollo acotado</a:t>
            </a:r>
          </a:p>
          <a:p>
            <a:pPr marL="536161" lvl="1" indent="-268081" algn="just">
              <a:lnSpc>
                <a:spcPts val="3476"/>
              </a:lnSpc>
              <a:buFont typeface="Arial"/>
              <a:buChar char="•"/>
            </a:pPr>
            <a:r>
              <a:rPr lang="en-US" sz="2483" u="none" strike="noStrike" spc="54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Perdida o corrupción de datos del archivo csv, durante la migración</a:t>
            </a:r>
          </a:p>
          <a:p>
            <a:pPr marL="536161" lvl="1" indent="-268081" algn="just">
              <a:lnSpc>
                <a:spcPts val="3476"/>
              </a:lnSpc>
              <a:buFont typeface="Arial"/>
              <a:buChar char="•"/>
            </a:pPr>
            <a:r>
              <a:rPr lang="en-US" sz="2483" u="none" strike="noStrike" spc="54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Confidencialidad de los datos.</a:t>
            </a:r>
          </a:p>
          <a:p>
            <a:pPr marL="536161" lvl="1" indent="-268081" algn="just">
              <a:lnSpc>
                <a:spcPts val="3476"/>
              </a:lnSpc>
              <a:buFont typeface="Arial"/>
              <a:buChar char="•"/>
            </a:pPr>
            <a:r>
              <a:rPr lang="en-US" sz="2483" u="none" strike="noStrike" spc="54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Conexión a internet. </a:t>
            </a:r>
          </a:p>
        </p:txBody>
      </p:sp>
      <p:sp>
        <p:nvSpPr>
          <p:cNvPr id="13" name="Freeform 13"/>
          <p:cNvSpPr/>
          <p:nvPr/>
        </p:nvSpPr>
        <p:spPr>
          <a:xfrm rot="-10800000">
            <a:off x="10121213" y="4019987"/>
            <a:ext cx="4474715" cy="1033825"/>
          </a:xfrm>
          <a:custGeom>
            <a:avLst/>
            <a:gdLst/>
            <a:ahLst/>
            <a:cxnLst/>
            <a:rect l="l" t="t" r="r" b="b"/>
            <a:pathLst>
              <a:path w="4474715" h="1033825">
                <a:moveTo>
                  <a:pt x="0" y="0"/>
                </a:moveTo>
                <a:lnTo>
                  <a:pt x="4474715" y="0"/>
                </a:lnTo>
                <a:lnTo>
                  <a:pt x="4474715" y="1033825"/>
                </a:lnTo>
                <a:lnTo>
                  <a:pt x="0" y="10338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473620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Freeform 14"/>
          <p:cNvSpPr/>
          <p:nvPr/>
        </p:nvSpPr>
        <p:spPr>
          <a:xfrm rot="-10800000">
            <a:off x="9932552" y="4019987"/>
            <a:ext cx="4474715" cy="1033825"/>
          </a:xfrm>
          <a:custGeom>
            <a:avLst/>
            <a:gdLst/>
            <a:ahLst/>
            <a:cxnLst/>
            <a:rect l="l" t="t" r="r" b="b"/>
            <a:pathLst>
              <a:path w="4474715" h="1033825">
                <a:moveTo>
                  <a:pt x="0" y="0"/>
                </a:moveTo>
                <a:lnTo>
                  <a:pt x="4474714" y="0"/>
                </a:lnTo>
                <a:lnTo>
                  <a:pt x="4474714" y="1033825"/>
                </a:lnTo>
                <a:lnTo>
                  <a:pt x="0" y="10338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473620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TextBox 15"/>
          <p:cNvSpPr txBox="1"/>
          <p:nvPr/>
        </p:nvSpPr>
        <p:spPr>
          <a:xfrm>
            <a:off x="11659596" y="4182215"/>
            <a:ext cx="3804269" cy="6331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3657" b="1" spc="153">
                <a:solidFill>
                  <a:srgbClr val="25375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Limitaciones</a:t>
            </a:r>
          </a:p>
        </p:txBody>
      </p:sp>
      <p:sp>
        <p:nvSpPr>
          <p:cNvPr id="16" name="Freeform 16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17" name="Group 17"/>
          <p:cNvGrpSpPr/>
          <p:nvPr/>
        </p:nvGrpSpPr>
        <p:grpSpPr>
          <a:xfrm>
            <a:off x="2260215" y="4019987"/>
            <a:ext cx="7258358" cy="5106292"/>
            <a:chOff x="0" y="0"/>
            <a:chExt cx="1617741" cy="113808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617741" cy="1138089"/>
            </a:xfrm>
            <a:custGeom>
              <a:avLst/>
              <a:gdLst/>
              <a:ahLst/>
              <a:cxnLst/>
              <a:rect l="l" t="t" r="r" b="b"/>
              <a:pathLst>
                <a:path w="1617741" h="1138089">
                  <a:moveTo>
                    <a:pt x="62931" y="0"/>
                  </a:moveTo>
                  <a:lnTo>
                    <a:pt x="1554810" y="0"/>
                  </a:lnTo>
                  <a:cubicBezTo>
                    <a:pt x="1589566" y="0"/>
                    <a:pt x="1617741" y="28175"/>
                    <a:pt x="1617741" y="62931"/>
                  </a:cubicBezTo>
                  <a:lnTo>
                    <a:pt x="1617741" y="1075158"/>
                  </a:lnTo>
                  <a:cubicBezTo>
                    <a:pt x="1617741" y="1109914"/>
                    <a:pt x="1589566" y="1138089"/>
                    <a:pt x="1554810" y="1138089"/>
                  </a:cubicBezTo>
                  <a:lnTo>
                    <a:pt x="62931" y="1138089"/>
                  </a:lnTo>
                  <a:cubicBezTo>
                    <a:pt x="28175" y="1138089"/>
                    <a:pt x="0" y="1109914"/>
                    <a:pt x="0" y="1075158"/>
                  </a:cubicBezTo>
                  <a:lnTo>
                    <a:pt x="0" y="62931"/>
                  </a:lnTo>
                  <a:cubicBezTo>
                    <a:pt x="0" y="28175"/>
                    <a:pt x="28175" y="0"/>
                    <a:pt x="6293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D2E5E9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9525"/>
              <a:ext cx="1617741" cy="1128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20" name="Freeform 20"/>
          <p:cNvSpPr/>
          <p:nvPr/>
        </p:nvSpPr>
        <p:spPr>
          <a:xfrm rot="-10800000">
            <a:off x="5043858" y="4019987"/>
            <a:ext cx="4474715" cy="1033825"/>
          </a:xfrm>
          <a:custGeom>
            <a:avLst/>
            <a:gdLst/>
            <a:ahLst/>
            <a:cxnLst/>
            <a:rect l="l" t="t" r="r" b="b"/>
            <a:pathLst>
              <a:path w="4474715" h="1033825">
                <a:moveTo>
                  <a:pt x="0" y="0"/>
                </a:moveTo>
                <a:lnTo>
                  <a:pt x="4474715" y="0"/>
                </a:lnTo>
                <a:lnTo>
                  <a:pt x="4474715" y="1033825"/>
                </a:lnTo>
                <a:lnTo>
                  <a:pt x="0" y="10338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473620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1" name="TextBox 21"/>
          <p:cNvSpPr txBox="1"/>
          <p:nvPr/>
        </p:nvSpPr>
        <p:spPr>
          <a:xfrm>
            <a:off x="2448877" y="5079700"/>
            <a:ext cx="6875577" cy="422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6161" lvl="1" indent="-268081" algn="just">
              <a:lnSpc>
                <a:spcPts val="3476"/>
              </a:lnSpc>
              <a:buFont typeface="Arial"/>
              <a:buChar char="•"/>
            </a:pPr>
            <a:r>
              <a:rPr lang="en-US" sz="2483" spc="54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Gestión completa de registro de usuarios: </a:t>
            </a:r>
          </a:p>
        </p:txBody>
      </p:sp>
      <p:sp>
        <p:nvSpPr>
          <p:cNvPr id="22" name="Freeform 22"/>
          <p:cNvSpPr/>
          <p:nvPr/>
        </p:nvSpPr>
        <p:spPr>
          <a:xfrm rot="-10800000">
            <a:off x="2448877" y="4019987"/>
            <a:ext cx="4474715" cy="1033825"/>
          </a:xfrm>
          <a:custGeom>
            <a:avLst/>
            <a:gdLst/>
            <a:ahLst/>
            <a:cxnLst/>
            <a:rect l="l" t="t" r="r" b="b"/>
            <a:pathLst>
              <a:path w="4474715" h="1033825">
                <a:moveTo>
                  <a:pt x="0" y="0"/>
                </a:moveTo>
                <a:lnTo>
                  <a:pt x="4474714" y="0"/>
                </a:lnTo>
                <a:lnTo>
                  <a:pt x="4474714" y="1033825"/>
                </a:lnTo>
                <a:lnTo>
                  <a:pt x="0" y="10338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473620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3" name="Freeform 23"/>
          <p:cNvSpPr/>
          <p:nvPr/>
        </p:nvSpPr>
        <p:spPr>
          <a:xfrm rot="-10800000">
            <a:off x="2260215" y="4019987"/>
            <a:ext cx="4474715" cy="1033825"/>
          </a:xfrm>
          <a:custGeom>
            <a:avLst/>
            <a:gdLst/>
            <a:ahLst/>
            <a:cxnLst/>
            <a:rect l="l" t="t" r="r" b="b"/>
            <a:pathLst>
              <a:path w="4474715" h="1033825">
                <a:moveTo>
                  <a:pt x="0" y="0"/>
                </a:moveTo>
                <a:lnTo>
                  <a:pt x="4474715" y="0"/>
                </a:lnTo>
                <a:lnTo>
                  <a:pt x="4474715" y="1033825"/>
                </a:lnTo>
                <a:lnTo>
                  <a:pt x="0" y="10338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t="-473620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4" name="TextBox 24"/>
          <p:cNvSpPr txBox="1"/>
          <p:nvPr/>
        </p:nvSpPr>
        <p:spPr>
          <a:xfrm>
            <a:off x="3987259" y="4182215"/>
            <a:ext cx="3804269" cy="6331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20"/>
              </a:lnSpc>
            </a:pPr>
            <a:r>
              <a:rPr lang="en-US" sz="3657" b="1" spc="153">
                <a:solidFill>
                  <a:srgbClr val="25375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Alcance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448877" y="5454772"/>
            <a:ext cx="6875577" cy="34897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072322" lvl="2" indent="-357441" algn="just">
              <a:lnSpc>
                <a:spcPts val="3476"/>
              </a:lnSpc>
              <a:buFont typeface="Arial"/>
              <a:buChar char="⚬"/>
            </a:pPr>
            <a:r>
              <a:rPr lang="en-US" sz="2483" spc="54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Inscripción de usurio hospedería</a:t>
            </a:r>
          </a:p>
          <a:p>
            <a:pPr marL="1072322" lvl="2" indent="-357441" algn="just">
              <a:lnSpc>
                <a:spcPts val="3476"/>
              </a:lnSpc>
              <a:buFont typeface="Arial"/>
              <a:buChar char="⚬"/>
            </a:pPr>
            <a:r>
              <a:rPr lang="en-US" sz="2483" spc="54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Registro de servicios y/o sub servicios utilizados</a:t>
            </a:r>
          </a:p>
          <a:p>
            <a:pPr marL="1072322" lvl="2" indent="-357441" algn="just">
              <a:lnSpc>
                <a:spcPts val="3476"/>
              </a:lnSpc>
              <a:buFont typeface="Arial"/>
              <a:buChar char="⚬"/>
            </a:pPr>
            <a:r>
              <a:rPr lang="en-US" sz="2483" spc="54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Actualización de servicios utilizados</a:t>
            </a:r>
          </a:p>
          <a:p>
            <a:pPr marL="1072322" lvl="2" indent="-357441" algn="just">
              <a:lnSpc>
                <a:spcPts val="3476"/>
              </a:lnSpc>
              <a:buFont typeface="Arial"/>
              <a:buChar char="⚬"/>
            </a:pPr>
            <a:r>
              <a:rPr lang="en-US" sz="2483" spc="54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Entrada y salida</a:t>
            </a:r>
          </a:p>
          <a:p>
            <a:pPr marL="1072322" lvl="2" indent="-357441" algn="just">
              <a:lnSpc>
                <a:spcPts val="3476"/>
              </a:lnSpc>
              <a:buFont typeface="Arial"/>
              <a:buChar char="⚬"/>
            </a:pPr>
            <a:r>
              <a:rPr lang="en-US" sz="2483" spc="54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Editar datos</a:t>
            </a:r>
          </a:p>
          <a:p>
            <a:pPr marL="1072322" lvl="2" indent="-357441" algn="just">
              <a:lnSpc>
                <a:spcPts val="3476"/>
              </a:lnSpc>
              <a:buFont typeface="Arial"/>
              <a:buChar char="⚬"/>
            </a:pPr>
            <a:r>
              <a:rPr lang="en-US" sz="2483" spc="54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Eliminar usuario</a:t>
            </a:r>
          </a:p>
          <a:p>
            <a:pPr marL="1072322" lvl="2" indent="-357441" algn="just">
              <a:lnSpc>
                <a:spcPts val="3476"/>
              </a:lnSpc>
              <a:buFont typeface="Arial"/>
              <a:buChar char="⚬"/>
            </a:pPr>
            <a:r>
              <a:rPr lang="en-US" sz="2483" spc="54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Generalización de reportes.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235367" y="3429477"/>
            <a:ext cx="9817265" cy="1252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258"/>
              </a:lnSpc>
              <a:spcBef>
                <a:spcPct val="0"/>
              </a:spcBef>
            </a:pPr>
            <a:r>
              <a:rPr lang="en-US" sz="7327" b="1" spc="68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METODOLOGÍA</a:t>
            </a:r>
          </a:p>
        </p:txBody>
      </p:sp>
      <p:sp>
        <p:nvSpPr>
          <p:cNvPr id="3" name="Freeform 3"/>
          <p:cNvSpPr/>
          <p:nvPr/>
        </p:nvSpPr>
        <p:spPr>
          <a:xfrm>
            <a:off x="-290950" y="-2033784"/>
            <a:ext cx="5544196" cy="5181303"/>
          </a:xfrm>
          <a:custGeom>
            <a:avLst/>
            <a:gdLst/>
            <a:ahLst/>
            <a:cxnLst/>
            <a:rect l="l" t="t" r="r" b="b"/>
            <a:pathLst>
              <a:path w="5544196" h="5181303">
                <a:moveTo>
                  <a:pt x="0" y="0"/>
                </a:moveTo>
                <a:lnTo>
                  <a:pt x="5544196" y="0"/>
                </a:lnTo>
                <a:lnTo>
                  <a:pt x="5544196" y="5181303"/>
                </a:lnTo>
                <a:lnTo>
                  <a:pt x="0" y="518130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-9354559">
            <a:off x="12207201" y="5475509"/>
            <a:ext cx="8367389" cy="7819705"/>
          </a:xfrm>
          <a:custGeom>
            <a:avLst/>
            <a:gdLst/>
            <a:ahLst/>
            <a:cxnLst/>
            <a:rect l="l" t="t" r="r" b="b"/>
            <a:pathLst>
              <a:path w="8367389" h="7819705">
                <a:moveTo>
                  <a:pt x="0" y="0"/>
                </a:moveTo>
                <a:lnTo>
                  <a:pt x="8367389" y="0"/>
                </a:lnTo>
                <a:lnTo>
                  <a:pt x="8367389" y="7819705"/>
                </a:lnTo>
                <a:lnTo>
                  <a:pt x="0" y="78197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5400000">
            <a:off x="13112837" y="-1659911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 rot="-5521968">
            <a:off x="-1614569" y="6194806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4087258" y="5110266"/>
            <a:ext cx="1075359" cy="1178182"/>
          </a:xfrm>
          <a:custGeom>
            <a:avLst/>
            <a:gdLst/>
            <a:ahLst/>
            <a:cxnLst/>
            <a:rect l="l" t="t" r="r" b="b"/>
            <a:pathLst>
              <a:path w="1075359" h="1178182">
                <a:moveTo>
                  <a:pt x="0" y="0"/>
                </a:moveTo>
                <a:lnTo>
                  <a:pt x="1075359" y="0"/>
                </a:lnTo>
                <a:lnTo>
                  <a:pt x="1075359" y="1178181"/>
                </a:lnTo>
                <a:lnTo>
                  <a:pt x="0" y="117818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8" name="Group 8"/>
          <p:cNvGrpSpPr/>
          <p:nvPr/>
        </p:nvGrpSpPr>
        <p:grpSpPr>
          <a:xfrm>
            <a:off x="3285961" y="6452766"/>
            <a:ext cx="2677953" cy="601913"/>
            <a:chOff x="0" y="0"/>
            <a:chExt cx="812800" cy="18269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182690"/>
            </a:xfrm>
            <a:custGeom>
              <a:avLst/>
              <a:gdLst/>
              <a:ahLst/>
              <a:cxnLst/>
              <a:rect l="l" t="t" r="r" b="b"/>
              <a:pathLst>
                <a:path w="812800" h="182690">
                  <a:moveTo>
                    <a:pt x="91345" y="0"/>
                  </a:moveTo>
                  <a:lnTo>
                    <a:pt x="721455" y="0"/>
                  </a:lnTo>
                  <a:cubicBezTo>
                    <a:pt x="745681" y="0"/>
                    <a:pt x="768915" y="9624"/>
                    <a:pt x="786046" y="26754"/>
                  </a:cubicBezTo>
                  <a:cubicBezTo>
                    <a:pt x="803176" y="43885"/>
                    <a:pt x="812800" y="67119"/>
                    <a:pt x="812800" y="91345"/>
                  </a:cubicBezTo>
                  <a:lnTo>
                    <a:pt x="812800" y="91345"/>
                  </a:lnTo>
                  <a:cubicBezTo>
                    <a:pt x="812800" y="141793"/>
                    <a:pt x="771903" y="182690"/>
                    <a:pt x="721455" y="182690"/>
                  </a:cubicBezTo>
                  <a:lnTo>
                    <a:pt x="91345" y="182690"/>
                  </a:lnTo>
                  <a:cubicBezTo>
                    <a:pt x="67119" y="182690"/>
                    <a:pt x="43885" y="173066"/>
                    <a:pt x="26754" y="155936"/>
                  </a:cubicBezTo>
                  <a:cubicBezTo>
                    <a:pt x="9624" y="138805"/>
                    <a:pt x="0" y="115571"/>
                    <a:pt x="0" y="91345"/>
                  </a:cubicBezTo>
                  <a:lnTo>
                    <a:pt x="0" y="91345"/>
                  </a:lnTo>
                  <a:cubicBezTo>
                    <a:pt x="0" y="67119"/>
                    <a:pt x="9624" y="43885"/>
                    <a:pt x="26754" y="26754"/>
                  </a:cubicBezTo>
                  <a:cubicBezTo>
                    <a:pt x="43885" y="9624"/>
                    <a:pt x="67119" y="0"/>
                    <a:pt x="9134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293239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812800" cy="2303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548"/>
                </a:lnSpc>
                <a:spcBef>
                  <a:spcPct val="0"/>
                </a:spcBef>
              </a:pPr>
              <a:r>
                <a:rPr lang="en-US" sz="2534">
                  <a:solidFill>
                    <a:srgbClr val="253754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Investigación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310688" y="6452766"/>
            <a:ext cx="2677953" cy="601913"/>
            <a:chOff x="0" y="0"/>
            <a:chExt cx="812800" cy="18269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182690"/>
            </a:xfrm>
            <a:custGeom>
              <a:avLst/>
              <a:gdLst/>
              <a:ahLst/>
              <a:cxnLst/>
              <a:rect l="l" t="t" r="r" b="b"/>
              <a:pathLst>
                <a:path w="812800" h="182690">
                  <a:moveTo>
                    <a:pt x="91345" y="0"/>
                  </a:moveTo>
                  <a:lnTo>
                    <a:pt x="721455" y="0"/>
                  </a:lnTo>
                  <a:cubicBezTo>
                    <a:pt x="745681" y="0"/>
                    <a:pt x="768915" y="9624"/>
                    <a:pt x="786046" y="26754"/>
                  </a:cubicBezTo>
                  <a:cubicBezTo>
                    <a:pt x="803176" y="43885"/>
                    <a:pt x="812800" y="67119"/>
                    <a:pt x="812800" y="91345"/>
                  </a:cubicBezTo>
                  <a:lnTo>
                    <a:pt x="812800" y="91345"/>
                  </a:lnTo>
                  <a:cubicBezTo>
                    <a:pt x="812800" y="141793"/>
                    <a:pt x="771903" y="182690"/>
                    <a:pt x="721455" y="182690"/>
                  </a:cubicBezTo>
                  <a:lnTo>
                    <a:pt x="91345" y="182690"/>
                  </a:lnTo>
                  <a:cubicBezTo>
                    <a:pt x="67119" y="182690"/>
                    <a:pt x="43885" y="173066"/>
                    <a:pt x="26754" y="155936"/>
                  </a:cubicBezTo>
                  <a:cubicBezTo>
                    <a:pt x="9624" y="138805"/>
                    <a:pt x="0" y="115571"/>
                    <a:pt x="0" y="91345"/>
                  </a:cubicBezTo>
                  <a:lnTo>
                    <a:pt x="0" y="91345"/>
                  </a:lnTo>
                  <a:cubicBezTo>
                    <a:pt x="0" y="67119"/>
                    <a:pt x="9624" y="43885"/>
                    <a:pt x="26754" y="26754"/>
                  </a:cubicBezTo>
                  <a:cubicBezTo>
                    <a:pt x="43885" y="9624"/>
                    <a:pt x="67119" y="0"/>
                    <a:pt x="9134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293239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812800" cy="2303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548"/>
                </a:lnSpc>
                <a:spcBef>
                  <a:spcPct val="0"/>
                </a:spcBef>
              </a:pPr>
              <a:r>
                <a:rPr lang="en-US" sz="2534">
                  <a:solidFill>
                    <a:srgbClr val="253754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Diseño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299360" y="6452766"/>
            <a:ext cx="2677953" cy="601913"/>
            <a:chOff x="0" y="0"/>
            <a:chExt cx="812800" cy="18269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182690"/>
            </a:xfrm>
            <a:custGeom>
              <a:avLst/>
              <a:gdLst/>
              <a:ahLst/>
              <a:cxnLst/>
              <a:rect l="l" t="t" r="r" b="b"/>
              <a:pathLst>
                <a:path w="812800" h="182690">
                  <a:moveTo>
                    <a:pt x="91345" y="0"/>
                  </a:moveTo>
                  <a:lnTo>
                    <a:pt x="721455" y="0"/>
                  </a:lnTo>
                  <a:cubicBezTo>
                    <a:pt x="745681" y="0"/>
                    <a:pt x="768915" y="9624"/>
                    <a:pt x="786046" y="26754"/>
                  </a:cubicBezTo>
                  <a:cubicBezTo>
                    <a:pt x="803176" y="43885"/>
                    <a:pt x="812800" y="67119"/>
                    <a:pt x="812800" y="91345"/>
                  </a:cubicBezTo>
                  <a:lnTo>
                    <a:pt x="812800" y="91345"/>
                  </a:lnTo>
                  <a:cubicBezTo>
                    <a:pt x="812800" y="141793"/>
                    <a:pt x="771903" y="182690"/>
                    <a:pt x="721455" y="182690"/>
                  </a:cubicBezTo>
                  <a:lnTo>
                    <a:pt x="91345" y="182690"/>
                  </a:lnTo>
                  <a:cubicBezTo>
                    <a:pt x="67119" y="182690"/>
                    <a:pt x="43885" y="173066"/>
                    <a:pt x="26754" y="155936"/>
                  </a:cubicBezTo>
                  <a:cubicBezTo>
                    <a:pt x="9624" y="138805"/>
                    <a:pt x="0" y="115571"/>
                    <a:pt x="0" y="91345"/>
                  </a:cubicBezTo>
                  <a:lnTo>
                    <a:pt x="0" y="91345"/>
                  </a:lnTo>
                  <a:cubicBezTo>
                    <a:pt x="0" y="67119"/>
                    <a:pt x="9624" y="43885"/>
                    <a:pt x="26754" y="26754"/>
                  </a:cubicBezTo>
                  <a:cubicBezTo>
                    <a:pt x="43885" y="9624"/>
                    <a:pt x="67119" y="0"/>
                    <a:pt x="9134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293239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812800" cy="2303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548"/>
                </a:lnSpc>
                <a:spcBef>
                  <a:spcPct val="0"/>
                </a:spcBef>
              </a:pPr>
              <a:r>
                <a:rPr lang="en-US" sz="2534">
                  <a:solidFill>
                    <a:srgbClr val="253754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Análisis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2324086" y="6452766"/>
            <a:ext cx="2677953" cy="601913"/>
            <a:chOff x="0" y="0"/>
            <a:chExt cx="812800" cy="18269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182690"/>
            </a:xfrm>
            <a:custGeom>
              <a:avLst/>
              <a:gdLst/>
              <a:ahLst/>
              <a:cxnLst/>
              <a:rect l="l" t="t" r="r" b="b"/>
              <a:pathLst>
                <a:path w="812800" h="182690">
                  <a:moveTo>
                    <a:pt x="91345" y="0"/>
                  </a:moveTo>
                  <a:lnTo>
                    <a:pt x="721455" y="0"/>
                  </a:lnTo>
                  <a:cubicBezTo>
                    <a:pt x="745681" y="0"/>
                    <a:pt x="768915" y="9624"/>
                    <a:pt x="786046" y="26754"/>
                  </a:cubicBezTo>
                  <a:cubicBezTo>
                    <a:pt x="803176" y="43885"/>
                    <a:pt x="812800" y="67119"/>
                    <a:pt x="812800" y="91345"/>
                  </a:cubicBezTo>
                  <a:lnTo>
                    <a:pt x="812800" y="91345"/>
                  </a:lnTo>
                  <a:cubicBezTo>
                    <a:pt x="812800" y="141793"/>
                    <a:pt x="771903" y="182690"/>
                    <a:pt x="721455" y="182690"/>
                  </a:cubicBezTo>
                  <a:lnTo>
                    <a:pt x="91345" y="182690"/>
                  </a:lnTo>
                  <a:cubicBezTo>
                    <a:pt x="67119" y="182690"/>
                    <a:pt x="43885" y="173066"/>
                    <a:pt x="26754" y="155936"/>
                  </a:cubicBezTo>
                  <a:cubicBezTo>
                    <a:pt x="9624" y="138805"/>
                    <a:pt x="0" y="115571"/>
                    <a:pt x="0" y="91345"/>
                  </a:cubicBezTo>
                  <a:lnTo>
                    <a:pt x="0" y="91345"/>
                  </a:lnTo>
                  <a:cubicBezTo>
                    <a:pt x="0" y="67119"/>
                    <a:pt x="9624" y="43885"/>
                    <a:pt x="26754" y="26754"/>
                  </a:cubicBezTo>
                  <a:cubicBezTo>
                    <a:pt x="43885" y="9624"/>
                    <a:pt x="67119" y="0"/>
                    <a:pt x="9134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293239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812800" cy="2303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548"/>
                </a:lnSpc>
                <a:spcBef>
                  <a:spcPct val="0"/>
                </a:spcBef>
              </a:pPr>
              <a:r>
                <a:rPr lang="en-US" sz="2534">
                  <a:solidFill>
                    <a:srgbClr val="253754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Implementación</a:t>
              </a:r>
            </a:p>
          </p:txBody>
        </p:sp>
      </p:grpSp>
      <p:sp>
        <p:nvSpPr>
          <p:cNvPr id="20" name="Freeform 20"/>
          <p:cNvSpPr/>
          <p:nvPr/>
        </p:nvSpPr>
        <p:spPr>
          <a:xfrm>
            <a:off x="7123149" y="5110266"/>
            <a:ext cx="1030373" cy="1178182"/>
          </a:xfrm>
          <a:custGeom>
            <a:avLst/>
            <a:gdLst/>
            <a:ahLst/>
            <a:cxnLst/>
            <a:rect l="l" t="t" r="r" b="b"/>
            <a:pathLst>
              <a:path w="1030373" h="1178182">
                <a:moveTo>
                  <a:pt x="0" y="0"/>
                </a:moveTo>
                <a:lnTo>
                  <a:pt x="1030374" y="0"/>
                </a:lnTo>
                <a:lnTo>
                  <a:pt x="1030374" y="1178181"/>
                </a:lnTo>
                <a:lnTo>
                  <a:pt x="0" y="117818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21" name="Freeform 21"/>
          <p:cNvSpPr/>
          <p:nvPr/>
        </p:nvSpPr>
        <p:spPr>
          <a:xfrm>
            <a:off x="13095224" y="5152770"/>
            <a:ext cx="1135677" cy="1135677"/>
          </a:xfrm>
          <a:custGeom>
            <a:avLst/>
            <a:gdLst/>
            <a:ahLst/>
            <a:cxnLst/>
            <a:rect l="l" t="t" r="r" b="b"/>
            <a:pathLst>
              <a:path w="1135677" h="1135677">
                <a:moveTo>
                  <a:pt x="0" y="0"/>
                </a:moveTo>
                <a:lnTo>
                  <a:pt x="1135677" y="0"/>
                </a:lnTo>
                <a:lnTo>
                  <a:pt x="1135677" y="1135677"/>
                </a:lnTo>
                <a:lnTo>
                  <a:pt x="0" y="113567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22" name="Freeform 22"/>
          <p:cNvSpPr/>
          <p:nvPr/>
        </p:nvSpPr>
        <p:spPr>
          <a:xfrm>
            <a:off x="10056535" y="5152770"/>
            <a:ext cx="1135677" cy="1135677"/>
          </a:xfrm>
          <a:custGeom>
            <a:avLst/>
            <a:gdLst/>
            <a:ahLst/>
            <a:cxnLst/>
            <a:rect l="l" t="t" r="r" b="b"/>
            <a:pathLst>
              <a:path w="1135677" h="1135677">
                <a:moveTo>
                  <a:pt x="0" y="0"/>
                </a:moveTo>
                <a:lnTo>
                  <a:pt x="1135677" y="0"/>
                </a:lnTo>
                <a:lnTo>
                  <a:pt x="1135677" y="1135677"/>
                </a:lnTo>
                <a:lnTo>
                  <a:pt x="0" y="113567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23" name="Freeform 23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4350" y="-1580379"/>
            <a:ext cx="19050326" cy="5975359"/>
            <a:chOff x="0" y="0"/>
            <a:chExt cx="5017370" cy="157375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017370" cy="1573757"/>
            </a:xfrm>
            <a:custGeom>
              <a:avLst/>
              <a:gdLst/>
              <a:ahLst/>
              <a:cxnLst/>
              <a:rect l="l" t="t" r="r" b="b"/>
              <a:pathLst>
                <a:path w="5017370" h="1573757">
                  <a:moveTo>
                    <a:pt x="0" y="0"/>
                  </a:moveTo>
                  <a:lnTo>
                    <a:pt x="5017370" y="0"/>
                  </a:lnTo>
                  <a:lnTo>
                    <a:pt x="5017370" y="1573757"/>
                  </a:lnTo>
                  <a:lnTo>
                    <a:pt x="0" y="1573757"/>
                  </a:lnTo>
                  <a:close/>
                </a:path>
              </a:pathLst>
            </a:custGeom>
            <a:solidFill>
              <a:srgbClr val="29323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5017370" cy="15642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10719458">
            <a:off x="-508769" y="3878032"/>
            <a:ext cx="19305539" cy="3249078"/>
          </a:xfrm>
          <a:custGeom>
            <a:avLst/>
            <a:gdLst/>
            <a:ahLst/>
            <a:cxnLst/>
            <a:rect l="l" t="t" r="r" b="b"/>
            <a:pathLst>
              <a:path w="19305539" h="3249078">
                <a:moveTo>
                  <a:pt x="0" y="0"/>
                </a:moveTo>
                <a:lnTo>
                  <a:pt x="19305538" y="0"/>
                </a:lnTo>
                <a:lnTo>
                  <a:pt x="19305538" y="3249078"/>
                </a:lnTo>
                <a:lnTo>
                  <a:pt x="0" y="32490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493104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284248" y="-713185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-744452" y="252496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16293998" y="8734875"/>
            <a:ext cx="2476208" cy="3212062"/>
          </a:xfrm>
          <a:custGeom>
            <a:avLst/>
            <a:gdLst/>
            <a:ahLst/>
            <a:cxnLst/>
            <a:rect l="l" t="t" r="r" b="b"/>
            <a:pathLst>
              <a:path w="2476208" h="3212062">
                <a:moveTo>
                  <a:pt x="0" y="0"/>
                </a:moveTo>
                <a:lnTo>
                  <a:pt x="2476208" y="0"/>
                </a:lnTo>
                <a:lnTo>
                  <a:pt x="2476208" y="3212061"/>
                </a:lnTo>
                <a:lnTo>
                  <a:pt x="0" y="321206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9" name="Group 9"/>
          <p:cNvGrpSpPr/>
          <p:nvPr/>
        </p:nvGrpSpPr>
        <p:grpSpPr>
          <a:xfrm>
            <a:off x="4835870" y="1028700"/>
            <a:ext cx="8162058" cy="9137847"/>
            <a:chOff x="0" y="0"/>
            <a:chExt cx="2149678" cy="240667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49678" cy="2406676"/>
            </a:xfrm>
            <a:custGeom>
              <a:avLst/>
              <a:gdLst/>
              <a:ahLst/>
              <a:cxnLst/>
              <a:rect l="l" t="t" r="r" b="b"/>
              <a:pathLst>
                <a:path w="2149678" h="2406676">
                  <a:moveTo>
                    <a:pt x="48375" y="0"/>
                  </a:moveTo>
                  <a:lnTo>
                    <a:pt x="2101303" y="0"/>
                  </a:lnTo>
                  <a:cubicBezTo>
                    <a:pt x="2128020" y="0"/>
                    <a:pt x="2149678" y="21658"/>
                    <a:pt x="2149678" y="48375"/>
                  </a:cubicBezTo>
                  <a:lnTo>
                    <a:pt x="2149678" y="2358301"/>
                  </a:lnTo>
                  <a:cubicBezTo>
                    <a:pt x="2149678" y="2371131"/>
                    <a:pt x="2144581" y="2383435"/>
                    <a:pt x="2135509" y="2392507"/>
                  </a:cubicBezTo>
                  <a:cubicBezTo>
                    <a:pt x="2126437" y="2401579"/>
                    <a:pt x="2114133" y="2406676"/>
                    <a:pt x="2101303" y="2406676"/>
                  </a:cubicBezTo>
                  <a:lnTo>
                    <a:pt x="48375" y="2406676"/>
                  </a:lnTo>
                  <a:cubicBezTo>
                    <a:pt x="35545" y="2406676"/>
                    <a:pt x="23241" y="2401579"/>
                    <a:pt x="14169" y="2392507"/>
                  </a:cubicBezTo>
                  <a:cubicBezTo>
                    <a:pt x="5097" y="2383435"/>
                    <a:pt x="0" y="2371131"/>
                    <a:pt x="0" y="2358301"/>
                  </a:cubicBezTo>
                  <a:lnTo>
                    <a:pt x="0" y="48375"/>
                  </a:lnTo>
                  <a:cubicBezTo>
                    <a:pt x="0" y="35545"/>
                    <a:pt x="5097" y="23241"/>
                    <a:pt x="14169" y="14169"/>
                  </a:cubicBezTo>
                  <a:cubicBezTo>
                    <a:pt x="23241" y="5097"/>
                    <a:pt x="35545" y="0"/>
                    <a:pt x="48375" y="0"/>
                  </a:cubicBezTo>
                  <a:close/>
                </a:path>
              </a:pathLst>
            </a:custGeom>
            <a:solidFill>
              <a:srgbClr val="FF7178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9525"/>
              <a:ext cx="2149678" cy="23971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5008615" y="0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5052626" y="1110910"/>
            <a:ext cx="7708416" cy="8963274"/>
          </a:xfrm>
          <a:custGeom>
            <a:avLst/>
            <a:gdLst/>
            <a:ahLst/>
            <a:cxnLst/>
            <a:rect l="l" t="t" r="r" b="b"/>
            <a:pathLst>
              <a:path w="7708416" h="8963274">
                <a:moveTo>
                  <a:pt x="0" y="0"/>
                </a:moveTo>
                <a:lnTo>
                  <a:pt x="7708416" y="0"/>
                </a:lnTo>
                <a:lnTo>
                  <a:pt x="7708416" y="8963274"/>
                </a:lnTo>
                <a:lnTo>
                  <a:pt x="0" y="896327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TextBox 14"/>
          <p:cNvSpPr txBox="1"/>
          <p:nvPr/>
        </p:nvSpPr>
        <p:spPr>
          <a:xfrm>
            <a:off x="4981655" y="-33987"/>
            <a:ext cx="8324690" cy="1252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58"/>
              </a:lnSpc>
            </a:pPr>
            <a:r>
              <a:rPr lang="en-US" sz="7327" b="1" spc="688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CARTA GANTT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41138" y="3012985"/>
            <a:ext cx="14822094" cy="7108760"/>
            <a:chOff x="0" y="0"/>
            <a:chExt cx="4803064" cy="230357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03063" cy="2303576"/>
            </a:xfrm>
            <a:custGeom>
              <a:avLst/>
              <a:gdLst/>
              <a:ahLst/>
              <a:cxnLst/>
              <a:rect l="l" t="t" r="r" b="b"/>
              <a:pathLst>
                <a:path w="4803063" h="2303576">
                  <a:moveTo>
                    <a:pt x="20371" y="0"/>
                  </a:moveTo>
                  <a:lnTo>
                    <a:pt x="4782693" y="0"/>
                  </a:lnTo>
                  <a:cubicBezTo>
                    <a:pt x="4788095" y="0"/>
                    <a:pt x="4793277" y="2146"/>
                    <a:pt x="4797097" y="5966"/>
                  </a:cubicBezTo>
                  <a:cubicBezTo>
                    <a:pt x="4800917" y="9787"/>
                    <a:pt x="4803063" y="14968"/>
                    <a:pt x="4803063" y="20371"/>
                  </a:cubicBezTo>
                  <a:lnTo>
                    <a:pt x="4803063" y="2283206"/>
                  </a:lnTo>
                  <a:cubicBezTo>
                    <a:pt x="4803063" y="2294456"/>
                    <a:pt x="4793943" y="2303576"/>
                    <a:pt x="4782693" y="2303576"/>
                  </a:cubicBezTo>
                  <a:lnTo>
                    <a:pt x="20371" y="2303576"/>
                  </a:lnTo>
                  <a:cubicBezTo>
                    <a:pt x="14968" y="2303576"/>
                    <a:pt x="9787" y="2301430"/>
                    <a:pt x="5966" y="2297610"/>
                  </a:cubicBezTo>
                  <a:cubicBezTo>
                    <a:pt x="2146" y="2293790"/>
                    <a:pt x="0" y="2288608"/>
                    <a:pt x="0" y="2283206"/>
                  </a:cubicBezTo>
                  <a:lnTo>
                    <a:pt x="0" y="20371"/>
                  </a:lnTo>
                  <a:cubicBezTo>
                    <a:pt x="0" y="14968"/>
                    <a:pt x="2146" y="9787"/>
                    <a:pt x="5966" y="5966"/>
                  </a:cubicBezTo>
                  <a:cubicBezTo>
                    <a:pt x="9787" y="2146"/>
                    <a:pt x="14968" y="0"/>
                    <a:pt x="20371" y="0"/>
                  </a:cubicBezTo>
                  <a:close/>
                </a:path>
              </a:pathLst>
            </a:custGeom>
            <a:solidFill>
              <a:srgbClr val="293239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4803064" cy="22940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438131" y="7173582"/>
            <a:ext cx="7641686" cy="6808048"/>
          </a:xfrm>
          <a:custGeom>
            <a:avLst/>
            <a:gdLst/>
            <a:ahLst/>
            <a:cxnLst/>
            <a:rect l="l" t="t" r="r" b="b"/>
            <a:pathLst>
              <a:path w="7641686" h="6808048">
                <a:moveTo>
                  <a:pt x="0" y="0"/>
                </a:moveTo>
                <a:lnTo>
                  <a:pt x="7641686" y="0"/>
                </a:lnTo>
                <a:lnTo>
                  <a:pt x="7641686" y="6808048"/>
                </a:lnTo>
                <a:lnTo>
                  <a:pt x="0" y="68080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11849738" y="-4940726"/>
            <a:ext cx="7641686" cy="6808048"/>
          </a:xfrm>
          <a:custGeom>
            <a:avLst/>
            <a:gdLst/>
            <a:ahLst/>
            <a:cxnLst/>
            <a:rect l="l" t="t" r="r" b="b"/>
            <a:pathLst>
              <a:path w="7641686" h="6808048">
                <a:moveTo>
                  <a:pt x="0" y="0"/>
                </a:moveTo>
                <a:lnTo>
                  <a:pt x="7641686" y="0"/>
                </a:lnTo>
                <a:lnTo>
                  <a:pt x="7641686" y="6808048"/>
                </a:lnTo>
                <a:lnTo>
                  <a:pt x="0" y="68080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 rot="-8798399">
            <a:off x="13156923" y="1016610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3" y="0"/>
                </a:lnTo>
                <a:lnTo>
                  <a:pt x="9798173" y="13143890"/>
                </a:lnTo>
                <a:lnTo>
                  <a:pt x="0" y="131438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 rot="-8798399">
            <a:off x="-2994864" y="-8645988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3" y="0"/>
                </a:lnTo>
                <a:lnTo>
                  <a:pt x="9798173" y="13143890"/>
                </a:lnTo>
                <a:lnTo>
                  <a:pt x="0" y="131438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9" name="Group 9"/>
          <p:cNvGrpSpPr/>
          <p:nvPr/>
        </p:nvGrpSpPr>
        <p:grpSpPr>
          <a:xfrm>
            <a:off x="10662906" y="165255"/>
            <a:ext cx="6232665" cy="9956491"/>
            <a:chOff x="0" y="0"/>
            <a:chExt cx="2019680" cy="322637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19680" cy="3226377"/>
            </a:xfrm>
            <a:custGeom>
              <a:avLst/>
              <a:gdLst/>
              <a:ahLst/>
              <a:cxnLst/>
              <a:rect l="l" t="t" r="r" b="b"/>
              <a:pathLst>
                <a:path w="2019680" h="3226377">
                  <a:moveTo>
                    <a:pt x="48444" y="0"/>
                  </a:moveTo>
                  <a:lnTo>
                    <a:pt x="1971236" y="0"/>
                  </a:lnTo>
                  <a:cubicBezTo>
                    <a:pt x="1984084" y="0"/>
                    <a:pt x="1996406" y="5104"/>
                    <a:pt x="2005491" y="14189"/>
                  </a:cubicBezTo>
                  <a:cubicBezTo>
                    <a:pt x="2014576" y="23274"/>
                    <a:pt x="2019680" y="35596"/>
                    <a:pt x="2019680" y="48444"/>
                  </a:cubicBezTo>
                  <a:lnTo>
                    <a:pt x="2019680" y="3177933"/>
                  </a:lnTo>
                  <a:cubicBezTo>
                    <a:pt x="2019680" y="3204687"/>
                    <a:pt x="1997991" y="3226377"/>
                    <a:pt x="1971236" y="3226377"/>
                  </a:cubicBezTo>
                  <a:lnTo>
                    <a:pt x="48444" y="3226377"/>
                  </a:lnTo>
                  <a:cubicBezTo>
                    <a:pt x="21689" y="3226377"/>
                    <a:pt x="0" y="3204687"/>
                    <a:pt x="0" y="3177933"/>
                  </a:cubicBezTo>
                  <a:lnTo>
                    <a:pt x="0" y="48444"/>
                  </a:lnTo>
                  <a:cubicBezTo>
                    <a:pt x="0" y="21689"/>
                    <a:pt x="21689" y="0"/>
                    <a:pt x="48444" y="0"/>
                  </a:cubicBezTo>
                  <a:close/>
                </a:path>
              </a:pathLst>
            </a:custGeom>
            <a:solidFill>
              <a:srgbClr val="293239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9525"/>
              <a:ext cx="2019680" cy="32168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 rot="9961243">
            <a:off x="12217193" y="-3026777"/>
            <a:ext cx="10084214" cy="8727429"/>
          </a:xfrm>
          <a:custGeom>
            <a:avLst/>
            <a:gdLst/>
            <a:ahLst/>
            <a:cxnLst/>
            <a:rect l="l" t="t" r="r" b="b"/>
            <a:pathLst>
              <a:path w="10084214" h="8727429">
                <a:moveTo>
                  <a:pt x="0" y="0"/>
                </a:moveTo>
                <a:lnTo>
                  <a:pt x="10084214" y="0"/>
                </a:lnTo>
                <a:lnTo>
                  <a:pt x="10084214" y="8727429"/>
                </a:lnTo>
                <a:lnTo>
                  <a:pt x="0" y="872742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 rot="-976001">
            <a:off x="-4614341" y="5979010"/>
            <a:ext cx="9228681" cy="7987004"/>
          </a:xfrm>
          <a:custGeom>
            <a:avLst/>
            <a:gdLst/>
            <a:ahLst/>
            <a:cxnLst/>
            <a:rect l="l" t="t" r="r" b="b"/>
            <a:pathLst>
              <a:path w="9228681" h="7987004">
                <a:moveTo>
                  <a:pt x="0" y="0"/>
                </a:moveTo>
                <a:lnTo>
                  <a:pt x="9228682" y="0"/>
                </a:lnTo>
                <a:lnTo>
                  <a:pt x="9228682" y="7987004"/>
                </a:lnTo>
                <a:lnTo>
                  <a:pt x="0" y="79870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4" name="Freeform 14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Freeform 15"/>
          <p:cNvSpPr/>
          <p:nvPr/>
        </p:nvSpPr>
        <p:spPr>
          <a:xfrm>
            <a:off x="11052658" y="454899"/>
            <a:ext cx="5394331" cy="9366136"/>
          </a:xfrm>
          <a:custGeom>
            <a:avLst/>
            <a:gdLst/>
            <a:ahLst/>
            <a:cxnLst/>
            <a:rect l="l" t="t" r="r" b="b"/>
            <a:pathLst>
              <a:path w="5394331" h="9366136">
                <a:moveTo>
                  <a:pt x="0" y="0"/>
                </a:moveTo>
                <a:lnTo>
                  <a:pt x="5394331" y="0"/>
                </a:lnTo>
                <a:lnTo>
                  <a:pt x="5394331" y="9366136"/>
                </a:lnTo>
                <a:lnTo>
                  <a:pt x="0" y="936613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6" name="Freeform 16"/>
          <p:cNvSpPr/>
          <p:nvPr/>
        </p:nvSpPr>
        <p:spPr>
          <a:xfrm>
            <a:off x="438131" y="3210951"/>
            <a:ext cx="10224775" cy="6646104"/>
          </a:xfrm>
          <a:custGeom>
            <a:avLst/>
            <a:gdLst/>
            <a:ahLst/>
            <a:cxnLst/>
            <a:rect l="l" t="t" r="r" b="b"/>
            <a:pathLst>
              <a:path w="10224775" h="6646104">
                <a:moveTo>
                  <a:pt x="0" y="0"/>
                </a:moveTo>
                <a:lnTo>
                  <a:pt x="10224775" y="0"/>
                </a:lnTo>
                <a:lnTo>
                  <a:pt x="10224775" y="6646104"/>
                </a:lnTo>
                <a:lnTo>
                  <a:pt x="0" y="664610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7" name="TextBox 17"/>
          <p:cNvSpPr txBox="1"/>
          <p:nvPr/>
        </p:nvSpPr>
        <p:spPr>
          <a:xfrm>
            <a:off x="438131" y="1753662"/>
            <a:ext cx="8324690" cy="1259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58"/>
              </a:lnSpc>
            </a:pPr>
            <a:r>
              <a:rPr lang="en-US" sz="7327" b="1" spc="68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DE SOFTWARE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38131" y="923925"/>
            <a:ext cx="6460548" cy="9663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961"/>
              </a:lnSpc>
            </a:pPr>
            <a:r>
              <a:rPr lang="en-US" sz="5686" spc="534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ARQUITECTURA 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4350" y="-1580379"/>
            <a:ext cx="19050326" cy="5975359"/>
            <a:chOff x="0" y="0"/>
            <a:chExt cx="5017370" cy="157375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017370" cy="1573757"/>
            </a:xfrm>
            <a:custGeom>
              <a:avLst/>
              <a:gdLst/>
              <a:ahLst/>
              <a:cxnLst/>
              <a:rect l="l" t="t" r="r" b="b"/>
              <a:pathLst>
                <a:path w="5017370" h="1573757">
                  <a:moveTo>
                    <a:pt x="0" y="0"/>
                  </a:moveTo>
                  <a:lnTo>
                    <a:pt x="5017370" y="0"/>
                  </a:lnTo>
                  <a:lnTo>
                    <a:pt x="5017370" y="1573757"/>
                  </a:lnTo>
                  <a:lnTo>
                    <a:pt x="0" y="1573757"/>
                  </a:lnTo>
                  <a:close/>
                </a:path>
              </a:pathLst>
            </a:custGeom>
            <a:solidFill>
              <a:srgbClr val="29323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5017370" cy="15642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10719458">
            <a:off x="-508769" y="3878032"/>
            <a:ext cx="19305539" cy="3249078"/>
          </a:xfrm>
          <a:custGeom>
            <a:avLst/>
            <a:gdLst/>
            <a:ahLst/>
            <a:cxnLst/>
            <a:rect l="l" t="t" r="r" b="b"/>
            <a:pathLst>
              <a:path w="19305539" h="3249078">
                <a:moveTo>
                  <a:pt x="0" y="0"/>
                </a:moveTo>
                <a:lnTo>
                  <a:pt x="19305538" y="0"/>
                </a:lnTo>
                <a:lnTo>
                  <a:pt x="19305538" y="3249078"/>
                </a:lnTo>
                <a:lnTo>
                  <a:pt x="0" y="32490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493104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284248" y="-713185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-744452" y="252496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16293998" y="8734875"/>
            <a:ext cx="2476208" cy="3212062"/>
          </a:xfrm>
          <a:custGeom>
            <a:avLst/>
            <a:gdLst/>
            <a:ahLst/>
            <a:cxnLst/>
            <a:rect l="l" t="t" r="r" b="b"/>
            <a:pathLst>
              <a:path w="2476208" h="3212062">
                <a:moveTo>
                  <a:pt x="0" y="0"/>
                </a:moveTo>
                <a:lnTo>
                  <a:pt x="2476208" y="0"/>
                </a:lnTo>
                <a:lnTo>
                  <a:pt x="2476208" y="3212061"/>
                </a:lnTo>
                <a:lnTo>
                  <a:pt x="0" y="321206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9" name="Group 9"/>
          <p:cNvGrpSpPr/>
          <p:nvPr/>
        </p:nvGrpSpPr>
        <p:grpSpPr>
          <a:xfrm>
            <a:off x="1260576" y="2312017"/>
            <a:ext cx="15766847" cy="7264556"/>
            <a:chOff x="0" y="0"/>
            <a:chExt cx="4152585" cy="191329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152585" cy="1913299"/>
            </a:xfrm>
            <a:custGeom>
              <a:avLst/>
              <a:gdLst/>
              <a:ahLst/>
              <a:cxnLst/>
              <a:rect l="l" t="t" r="r" b="b"/>
              <a:pathLst>
                <a:path w="4152585" h="1913299">
                  <a:moveTo>
                    <a:pt x="25042" y="0"/>
                  </a:moveTo>
                  <a:lnTo>
                    <a:pt x="4127543" y="0"/>
                  </a:lnTo>
                  <a:cubicBezTo>
                    <a:pt x="4134184" y="0"/>
                    <a:pt x="4140554" y="2638"/>
                    <a:pt x="4145250" y="7335"/>
                  </a:cubicBezTo>
                  <a:cubicBezTo>
                    <a:pt x="4149947" y="12031"/>
                    <a:pt x="4152585" y="18401"/>
                    <a:pt x="4152585" y="25042"/>
                  </a:cubicBezTo>
                  <a:lnTo>
                    <a:pt x="4152585" y="1888256"/>
                  </a:lnTo>
                  <a:cubicBezTo>
                    <a:pt x="4152585" y="1902087"/>
                    <a:pt x="4141374" y="1913299"/>
                    <a:pt x="4127543" y="1913299"/>
                  </a:cubicBezTo>
                  <a:lnTo>
                    <a:pt x="25042" y="1913299"/>
                  </a:lnTo>
                  <a:cubicBezTo>
                    <a:pt x="18401" y="1913299"/>
                    <a:pt x="12031" y="1910660"/>
                    <a:pt x="7335" y="1905964"/>
                  </a:cubicBezTo>
                  <a:cubicBezTo>
                    <a:pt x="2638" y="1901268"/>
                    <a:pt x="0" y="1894898"/>
                    <a:pt x="0" y="1888256"/>
                  </a:cubicBezTo>
                  <a:lnTo>
                    <a:pt x="0" y="25042"/>
                  </a:lnTo>
                  <a:cubicBezTo>
                    <a:pt x="0" y="18401"/>
                    <a:pt x="2638" y="12031"/>
                    <a:pt x="7335" y="7335"/>
                  </a:cubicBezTo>
                  <a:cubicBezTo>
                    <a:pt x="12031" y="2638"/>
                    <a:pt x="18401" y="0"/>
                    <a:pt x="25042" y="0"/>
                  </a:cubicBezTo>
                  <a:close/>
                </a:path>
              </a:pathLst>
            </a:custGeom>
            <a:solidFill>
              <a:srgbClr val="FF7178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9525"/>
              <a:ext cx="4152585" cy="19037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5008615" y="0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1426221" y="2459566"/>
            <a:ext cx="15453963" cy="6954283"/>
          </a:xfrm>
          <a:custGeom>
            <a:avLst/>
            <a:gdLst/>
            <a:ahLst/>
            <a:cxnLst/>
            <a:rect l="l" t="t" r="r" b="b"/>
            <a:pathLst>
              <a:path w="15453963" h="6954283">
                <a:moveTo>
                  <a:pt x="0" y="0"/>
                </a:moveTo>
                <a:lnTo>
                  <a:pt x="15453963" y="0"/>
                </a:lnTo>
                <a:lnTo>
                  <a:pt x="15453963" y="6954283"/>
                </a:lnTo>
                <a:lnTo>
                  <a:pt x="0" y="695428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t="-694" b="-694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TextBox 14"/>
          <p:cNvSpPr txBox="1"/>
          <p:nvPr/>
        </p:nvSpPr>
        <p:spPr>
          <a:xfrm>
            <a:off x="3973697" y="331181"/>
            <a:ext cx="9886404" cy="1252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58"/>
              </a:lnSpc>
            </a:pPr>
            <a:r>
              <a:rPr lang="en-US" sz="7327" b="1" spc="688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MODELO DE DATOS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235367" y="4370394"/>
            <a:ext cx="9817265" cy="17462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667"/>
              </a:lnSpc>
            </a:pPr>
            <a:r>
              <a:rPr lang="en-US" sz="7327" b="1" spc="68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TEGNOLOGIA USADA</a:t>
            </a:r>
          </a:p>
        </p:txBody>
      </p:sp>
      <p:sp>
        <p:nvSpPr>
          <p:cNvPr id="3" name="Freeform 3"/>
          <p:cNvSpPr/>
          <p:nvPr/>
        </p:nvSpPr>
        <p:spPr>
          <a:xfrm>
            <a:off x="-290950" y="-2033784"/>
            <a:ext cx="5544196" cy="5181303"/>
          </a:xfrm>
          <a:custGeom>
            <a:avLst/>
            <a:gdLst/>
            <a:ahLst/>
            <a:cxnLst/>
            <a:rect l="l" t="t" r="r" b="b"/>
            <a:pathLst>
              <a:path w="5544196" h="5181303">
                <a:moveTo>
                  <a:pt x="0" y="0"/>
                </a:moveTo>
                <a:lnTo>
                  <a:pt x="5544196" y="0"/>
                </a:lnTo>
                <a:lnTo>
                  <a:pt x="5544196" y="5181303"/>
                </a:lnTo>
                <a:lnTo>
                  <a:pt x="0" y="518130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-9354559">
            <a:off x="12207201" y="5475509"/>
            <a:ext cx="8367389" cy="7819705"/>
          </a:xfrm>
          <a:custGeom>
            <a:avLst/>
            <a:gdLst/>
            <a:ahLst/>
            <a:cxnLst/>
            <a:rect l="l" t="t" r="r" b="b"/>
            <a:pathLst>
              <a:path w="8367389" h="7819705">
                <a:moveTo>
                  <a:pt x="0" y="0"/>
                </a:moveTo>
                <a:lnTo>
                  <a:pt x="8367389" y="0"/>
                </a:lnTo>
                <a:lnTo>
                  <a:pt x="8367389" y="7819705"/>
                </a:lnTo>
                <a:lnTo>
                  <a:pt x="0" y="78197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5400000">
            <a:off x="13112837" y="-1659911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 rot="-5521968">
            <a:off x="-1614569" y="6194806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13518584" y="5873638"/>
            <a:ext cx="4236323" cy="2647702"/>
          </a:xfrm>
          <a:custGeom>
            <a:avLst/>
            <a:gdLst/>
            <a:ahLst/>
            <a:cxnLst/>
            <a:rect l="l" t="t" r="r" b="b"/>
            <a:pathLst>
              <a:path w="4236323" h="2647702">
                <a:moveTo>
                  <a:pt x="0" y="0"/>
                </a:moveTo>
                <a:lnTo>
                  <a:pt x="4236323" y="0"/>
                </a:lnTo>
                <a:lnTo>
                  <a:pt x="4236323" y="2647702"/>
                </a:lnTo>
                <a:lnTo>
                  <a:pt x="0" y="264770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1663489" y="2269998"/>
            <a:ext cx="3384662" cy="3384662"/>
          </a:xfrm>
          <a:custGeom>
            <a:avLst/>
            <a:gdLst/>
            <a:ahLst/>
            <a:cxnLst/>
            <a:rect l="l" t="t" r="r" b="b"/>
            <a:pathLst>
              <a:path w="3384662" h="3384662">
                <a:moveTo>
                  <a:pt x="0" y="0"/>
                </a:moveTo>
                <a:lnTo>
                  <a:pt x="3384662" y="0"/>
                </a:lnTo>
                <a:lnTo>
                  <a:pt x="3384662" y="3384663"/>
                </a:lnTo>
                <a:lnTo>
                  <a:pt x="0" y="338466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Freeform 10"/>
          <p:cNvSpPr/>
          <p:nvPr/>
        </p:nvSpPr>
        <p:spPr>
          <a:xfrm>
            <a:off x="1587054" y="6116631"/>
            <a:ext cx="3384662" cy="3384662"/>
          </a:xfrm>
          <a:custGeom>
            <a:avLst/>
            <a:gdLst/>
            <a:ahLst/>
            <a:cxnLst/>
            <a:rect l="l" t="t" r="r" b="b"/>
            <a:pathLst>
              <a:path w="3384662" h="3384662">
                <a:moveTo>
                  <a:pt x="0" y="0"/>
                </a:moveTo>
                <a:lnTo>
                  <a:pt x="3384662" y="0"/>
                </a:lnTo>
                <a:lnTo>
                  <a:pt x="3384662" y="3384662"/>
                </a:lnTo>
                <a:lnTo>
                  <a:pt x="0" y="338466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13327401" y="2923716"/>
            <a:ext cx="4396249" cy="2077227"/>
          </a:xfrm>
          <a:custGeom>
            <a:avLst/>
            <a:gdLst/>
            <a:ahLst/>
            <a:cxnLst/>
            <a:rect l="l" t="t" r="r" b="b"/>
            <a:pathLst>
              <a:path w="4396249" h="2077227">
                <a:moveTo>
                  <a:pt x="0" y="0"/>
                </a:moveTo>
                <a:lnTo>
                  <a:pt x="4396249" y="0"/>
                </a:lnTo>
                <a:lnTo>
                  <a:pt x="4396249" y="2077227"/>
                </a:lnTo>
                <a:lnTo>
                  <a:pt x="0" y="207722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Freeform 12"/>
          <p:cNvSpPr/>
          <p:nvPr/>
        </p:nvSpPr>
        <p:spPr>
          <a:xfrm>
            <a:off x="7636446" y="6669081"/>
            <a:ext cx="3015109" cy="3015109"/>
          </a:xfrm>
          <a:custGeom>
            <a:avLst/>
            <a:gdLst/>
            <a:ahLst/>
            <a:cxnLst/>
            <a:rect l="l" t="t" r="r" b="b"/>
            <a:pathLst>
              <a:path w="3015109" h="3015109">
                <a:moveTo>
                  <a:pt x="0" y="0"/>
                </a:moveTo>
                <a:lnTo>
                  <a:pt x="3015108" y="0"/>
                </a:lnTo>
                <a:lnTo>
                  <a:pt x="3015108" y="3015108"/>
                </a:lnTo>
                <a:lnTo>
                  <a:pt x="0" y="301510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7915707" y="922077"/>
            <a:ext cx="2456586" cy="2695842"/>
          </a:xfrm>
          <a:custGeom>
            <a:avLst/>
            <a:gdLst/>
            <a:ahLst/>
            <a:cxnLst/>
            <a:rect l="l" t="t" r="r" b="b"/>
            <a:pathLst>
              <a:path w="2456586" h="2695842">
                <a:moveTo>
                  <a:pt x="0" y="0"/>
                </a:moveTo>
                <a:lnTo>
                  <a:pt x="2456586" y="0"/>
                </a:lnTo>
                <a:lnTo>
                  <a:pt x="2456586" y="2695842"/>
                </a:lnTo>
                <a:lnTo>
                  <a:pt x="0" y="269584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55664" y="2716929"/>
            <a:ext cx="7337311" cy="3657156"/>
            <a:chOff x="0" y="0"/>
            <a:chExt cx="1932460" cy="96320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932460" cy="963202"/>
            </a:xfrm>
            <a:custGeom>
              <a:avLst/>
              <a:gdLst/>
              <a:ahLst/>
              <a:cxnLst/>
              <a:rect l="l" t="t" r="r" b="b"/>
              <a:pathLst>
                <a:path w="1932460" h="963202">
                  <a:moveTo>
                    <a:pt x="53812" y="0"/>
                  </a:moveTo>
                  <a:lnTo>
                    <a:pt x="1878648" y="0"/>
                  </a:lnTo>
                  <a:cubicBezTo>
                    <a:pt x="1892920" y="0"/>
                    <a:pt x="1906607" y="5669"/>
                    <a:pt x="1916699" y="15761"/>
                  </a:cubicBezTo>
                  <a:cubicBezTo>
                    <a:pt x="1926791" y="25853"/>
                    <a:pt x="1932460" y="39540"/>
                    <a:pt x="1932460" y="53812"/>
                  </a:cubicBezTo>
                  <a:lnTo>
                    <a:pt x="1932460" y="909389"/>
                  </a:lnTo>
                  <a:cubicBezTo>
                    <a:pt x="1932460" y="939109"/>
                    <a:pt x="1908368" y="963202"/>
                    <a:pt x="1878648" y="963202"/>
                  </a:cubicBezTo>
                  <a:lnTo>
                    <a:pt x="53812" y="963202"/>
                  </a:lnTo>
                  <a:cubicBezTo>
                    <a:pt x="24093" y="963202"/>
                    <a:pt x="0" y="939109"/>
                    <a:pt x="0" y="909389"/>
                  </a:cubicBezTo>
                  <a:lnTo>
                    <a:pt x="0" y="53812"/>
                  </a:lnTo>
                  <a:cubicBezTo>
                    <a:pt x="0" y="24093"/>
                    <a:pt x="24093" y="0"/>
                    <a:pt x="53812" y="0"/>
                  </a:cubicBezTo>
                  <a:close/>
                </a:path>
              </a:pathLst>
            </a:custGeom>
            <a:solidFill>
              <a:srgbClr val="FF7178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1932460" cy="9536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3830455" y="418952"/>
            <a:ext cx="9817265" cy="20454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986"/>
              </a:lnSpc>
            </a:pPr>
            <a:r>
              <a:rPr lang="en-US" sz="7327" b="1" spc="68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RESULTADOS OBTENIDOS</a:t>
            </a:r>
          </a:p>
        </p:txBody>
      </p:sp>
      <p:sp>
        <p:nvSpPr>
          <p:cNvPr id="6" name="Freeform 6"/>
          <p:cNvSpPr/>
          <p:nvPr/>
        </p:nvSpPr>
        <p:spPr>
          <a:xfrm>
            <a:off x="-290950" y="-2033784"/>
            <a:ext cx="5544196" cy="5181303"/>
          </a:xfrm>
          <a:custGeom>
            <a:avLst/>
            <a:gdLst/>
            <a:ahLst/>
            <a:cxnLst/>
            <a:rect l="l" t="t" r="r" b="b"/>
            <a:pathLst>
              <a:path w="5544196" h="5181303">
                <a:moveTo>
                  <a:pt x="0" y="0"/>
                </a:moveTo>
                <a:lnTo>
                  <a:pt x="5544196" y="0"/>
                </a:lnTo>
                <a:lnTo>
                  <a:pt x="5544196" y="5181303"/>
                </a:lnTo>
                <a:lnTo>
                  <a:pt x="0" y="518130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 rot="-9354559">
            <a:off x="12207201" y="5475509"/>
            <a:ext cx="8367389" cy="7819705"/>
          </a:xfrm>
          <a:custGeom>
            <a:avLst/>
            <a:gdLst/>
            <a:ahLst/>
            <a:cxnLst/>
            <a:rect l="l" t="t" r="r" b="b"/>
            <a:pathLst>
              <a:path w="8367389" h="7819705">
                <a:moveTo>
                  <a:pt x="0" y="0"/>
                </a:moveTo>
                <a:lnTo>
                  <a:pt x="8367389" y="0"/>
                </a:lnTo>
                <a:lnTo>
                  <a:pt x="8367389" y="7819705"/>
                </a:lnTo>
                <a:lnTo>
                  <a:pt x="0" y="78197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 rot="5400000">
            <a:off x="13112837" y="-1659911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 rot="-5521968">
            <a:off x="-1614569" y="6194806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0" name="Freeform 10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1028700" y="2883708"/>
            <a:ext cx="6991781" cy="3321096"/>
          </a:xfrm>
          <a:custGeom>
            <a:avLst/>
            <a:gdLst/>
            <a:ahLst/>
            <a:cxnLst/>
            <a:rect l="l" t="t" r="r" b="b"/>
            <a:pathLst>
              <a:path w="6991781" h="3321096">
                <a:moveTo>
                  <a:pt x="0" y="0"/>
                </a:moveTo>
                <a:lnTo>
                  <a:pt x="6991781" y="0"/>
                </a:lnTo>
                <a:lnTo>
                  <a:pt x="6991781" y="3321096"/>
                </a:lnTo>
                <a:lnTo>
                  <a:pt x="0" y="33210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12" name="Group 12"/>
          <p:cNvGrpSpPr/>
          <p:nvPr/>
        </p:nvGrpSpPr>
        <p:grpSpPr>
          <a:xfrm>
            <a:off x="9397956" y="2867008"/>
            <a:ext cx="7337311" cy="6675593"/>
            <a:chOff x="0" y="0"/>
            <a:chExt cx="1932460" cy="175818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32460" cy="1758181"/>
            </a:xfrm>
            <a:custGeom>
              <a:avLst/>
              <a:gdLst/>
              <a:ahLst/>
              <a:cxnLst/>
              <a:rect l="l" t="t" r="r" b="b"/>
              <a:pathLst>
                <a:path w="1932460" h="1758181">
                  <a:moveTo>
                    <a:pt x="53812" y="0"/>
                  </a:moveTo>
                  <a:lnTo>
                    <a:pt x="1878648" y="0"/>
                  </a:lnTo>
                  <a:cubicBezTo>
                    <a:pt x="1892920" y="0"/>
                    <a:pt x="1906607" y="5669"/>
                    <a:pt x="1916699" y="15761"/>
                  </a:cubicBezTo>
                  <a:cubicBezTo>
                    <a:pt x="1926791" y="25853"/>
                    <a:pt x="1932460" y="39540"/>
                    <a:pt x="1932460" y="53812"/>
                  </a:cubicBezTo>
                  <a:lnTo>
                    <a:pt x="1932460" y="1704368"/>
                  </a:lnTo>
                  <a:cubicBezTo>
                    <a:pt x="1932460" y="1734088"/>
                    <a:pt x="1908368" y="1758181"/>
                    <a:pt x="1878648" y="1758181"/>
                  </a:cubicBezTo>
                  <a:lnTo>
                    <a:pt x="53812" y="1758181"/>
                  </a:lnTo>
                  <a:cubicBezTo>
                    <a:pt x="24093" y="1758181"/>
                    <a:pt x="0" y="1734088"/>
                    <a:pt x="0" y="1704368"/>
                  </a:cubicBezTo>
                  <a:lnTo>
                    <a:pt x="0" y="53812"/>
                  </a:lnTo>
                  <a:cubicBezTo>
                    <a:pt x="0" y="24093"/>
                    <a:pt x="24093" y="0"/>
                    <a:pt x="53812" y="0"/>
                  </a:cubicBezTo>
                  <a:close/>
                </a:path>
              </a:pathLst>
            </a:custGeom>
            <a:solidFill>
              <a:srgbClr val="FF7178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9525"/>
              <a:ext cx="1932460" cy="17486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15" name="Freeform 15"/>
          <p:cNvSpPr/>
          <p:nvPr/>
        </p:nvSpPr>
        <p:spPr>
          <a:xfrm>
            <a:off x="9585722" y="3115052"/>
            <a:ext cx="6961777" cy="6126548"/>
          </a:xfrm>
          <a:custGeom>
            <a:avLst/>
            <a:gdLst/>
            <a:ahLst/>
            <a:cxnLst/>
            <a:rect l="l" t="t" r="r" b="b"/>
            <a:pathLst>
              <a:path w="6961777" h="6126548">
                <a:moveTo>
                  <a:pt x="0" y="0"/>
                </a:moveTo>
                <a:lnTo>
                  <a:pt x="6961778" y="0"/>
                </a:lnTo>
                <a:lnTo>
                  <a:pt x="6961778" y="6126548"/>
                </a:lnTo>
                <a:lnTo>
                  <a:pt x="0" y="612654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r="-430"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16" name="Group 16"/>
          <p:cNvGrpSpPr/>
          <p:nvPr/>
        </p:nvGrpSpPr>
        <p:grpSpPr>
          <a:xfrm>
            <a:off x="855664" y="6374085"/>
            <a:ext cx="7337311" cy="3657156"/>
            <a:chOff x="0" y="0"/>
            <a:chExt cx="1932460" cy="96320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932460" cy="963202"/>
            </a:xfrm>
            <a:custGeom>
              <a:avLst/>
              <a:gdLst/>
              <a:ahLst/>
              <a:cxnLst/>
              <a:rect l="l" t="t" r="r" b="b"/>
              <a:pathLst>
                <a:path w="1932460" h="963202">
                  <a:moveTo>
                    <a:pt x="53812" y="0"/>
                  </a:moveTo>
                  <a:lnTo>
                    <a:pt x="1878648" y="0"/>
                  </a:lnTo>
                  <a:cubicBezTo>
                    <a:pt x="1892920" y="0"/>
                    <a:pt x="1906607" y="5669"/>
                    <a:pt x="1916699" y="15761"/>
                  </a:cubicBezTo>
                  <a:cubicBezTo>
                    <a:pt x="1926791" y="25853"/>
                    <a:pt x="1932460" y="39540"/>
                    <a:pt x="1932460" y="53812"/>
                  </a:cubicBezTo>
                  <a:lnTo>
                    <a:pt x="1932460" y="909389"/>
                  </a:lnTo>
                  <a:cubicBezTo>
                    <a:pt x="1932460" y="939109"/>
                    <a:pt x="1908368" y="963202"/>
                    <a:pt x="1878648" y="963202"/>
                  </a:cubicBezTo>
                  <a:lnTo>
                    <a:pt x="53812" y="963202"/>
                  </a:lnTo>
                  <a:cubicBezTo>
                    <a:pt x="24093" y="963202"/>
                    <a:pt x="0" y="939109"/>
                    <a:pt x="0" y="909389"/>
                  </a:cubicBezTo>
                  <a:lnTo>
                    <a:pt x="0" y="53812"/>
                  </a:lnTo>
                  <a:cubicBezTo>
                    <a:pt x="0" y="24093"/>
                    <a:pt x="24093" y="0"/>
                    <a:pt x="53812" y="0"/>
                  </a:cubicBezTo>
                  <a:close/>
                </a:path>
              </a:pathLst>
            </a:custGeom>
            <a:solidFill>
              <a:srgbClr val="FF7178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9525"/>
              <a:ext cx="1932460" cy="9536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19" name="Freeform 19"/>
          <p:cNvSpPr/>
          <p:nvPr/>
        </p:nvSpPr>
        <p:spPr>
          <a:xfrm>
            <a:off x="1028700" y="6540864"/>
            <a:ext cx="6991781" cy="3321096"/>
          </a:xfrm>
          <a:custGeom>
            <a:avLst/>
            <a:gdLst/>
            <a:ahLst/>
            <a:cxnLst/>
            <a:rect l="l" t="t" r="r" b="b"/>
            <a:pathLst>
              <a:path w="6991781" h="3321096">
                <a:moveTo>
                  <a:pt x="0" y="0"/>
                </a:moveTo>
                <a:lnTo>
                  <a:pt x="6991781" y="0"/>
                </a:lnTo>
                <a:lnTo>
                  <a:pt x="6991781" y="3321096"/>
                </a:lnTo>
                <a:lnTo>
                  <a:pt x="0" y="332109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t="-131" b="-131"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32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90950" y="-2033784"/>
            <a:ext cx="8535602" cy="7976908"/>
          </a:xfrm>
          <a:custGeom>
            <a:avLst/>
            <a:gdLst/>
            <a:ahLst/>
            <a:cxnLst/>
            <a:rect l="l" t="t" r="r" b="b"/>
            <a:pathLst>
              <a:path w="8535602" h="7976908">
                <a:moveTo>
                  <a:pt x="0" y="0"/>
                </a:moveTo>
                <a:lnTo>
                  <a:pt x="8535602" y="0"/>
                </a:lnTo>
                <a:lnTo>
                  <a:pt x="8535602" y="7976908"/>
                </a:lnTo>
                <a:lnTo>
                  <a:pt x="0" y="79769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10151301">
            <a:off x="11164674" y="6546853"/>
            <a:ext cx="8535602" cy="7976908"/>
          </a:xfrm>
          <a:custGeom>
            <a:avLst/>
            <a:gdLst/>
            <a:ahLst/>
            <a:cxnLst/>
            <a:rect l="l" t="t" r="r" b="b"/>
            <a:pathLst>
              <a:path w="8535602" h="7976908">
                <a:moveTo>
                  <a:pt x="0" y="0"/>
                </a:moveTo>
                <a:lnTo>
                  <a:pt x="8535602" y="0"/>
                </a:lnTo>
                <a:lnTo>
                  <a:pt x="8535602" y="7976908"/>
                </a:lnTo>
                <a:lnTo>
                  <a:pt x="0" y="79769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Box 4"/>
          <p:cNvSpPr txBox="1"/>
          <p:nvPr/>
        </p:nvSpPr>
        <p:spPr>
          <a:xfrm>
            <a:off x="2888174" y="4327609"/>
            <a:ext cx="12635250" cy="1211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9841"/>
              </a:lnSpc>
            </a:pPr>
            <a:r>
              <a:rPr lang="en-US" sz="7029" spc="660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OBSTACULOS PRESENTES</a:t>
            </a:r>
          </a:p>
        </p:txBody>
      </p:sp>
      <p:sp>
        <p:nvSpPr>
          <p:cNvPr id="5" name="Freeform 5"/>
          <p:cNvSpPr/>
          <p:nvPr/>
        </p:nvSpPr>
        <p:spPr>
          <a:xfrm>
            <a:off x="-1446812" y="7841762"/>
            <a:ext cx="5482705" cy="4884592"/>
          </a:xfrm>
          <a:custGeom>
            <a:avLst/>
            <a:gdLst/>
            <a:ahLst/>
            <a:cxnLst/>
            <a:rect l="l" t="t" r="r" b="b"/>
            <a:pathLst>
              <a:path w="5482705" h="4884592">
                <a:moveTo>
                  <a:pt x="0" y="0"/>
                </a:moveTo>
                <a:lnTo>
                  <a:pt x="5482705" y="0"/>
                </a:lnTo>
                <a:lnTo>
                  <a:pt x="5482705" y="4884591"/>
                </a:lnTo>
                <a:lnTo>
                  <a:pt x="0" y="48845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 rot="10452176">
            <a:off x="15012576" y="-2759682"/>
            <a:ext cx="5482705" cy="4884592"/>
          </a:xfrm>
          <a:custGeom>
            <a:avLst/>
            <a:gdLst/>
            <a:ahLst/>
            <a:cxnLst/>
            <a:rect l="l" t="t" r="r" b="b"/>
            <a:pathLst>
              <a:path w="5482705" h="4884592">
                <a:moveTo>
                  <a:pt x="0" y="0"/>
                </a:moveTo>
                <a:lnTo>
                  <a:pt x="5482705" y="0"/>
                </a:lnTo>
                <a:lnTo>
                  <a:pt x="5482705" y="4884591"/>
                </a:lnTo>
                <a:lnTo>
                  <a:pt x="0" y="48845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2709630" y="5402621"/>
            <a:ext cx="12868741" cy="1226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0080"/>
              </a:lnSpc>
            </a:pPr>
            <a:r>
              <a:rPr lang="en-US" sz="7200" b="1" spc="676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DURANTE EL DESARROLLO</a:t>
            </a:r>
          </a:p>
        </p:txBody>
      </p:sp>
      <p:sp>
        <p:nvSpPr>
          <p:cNvPr id="8" name="Freeform 8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4350" y="-1580379"/>
            <a:ext cx="19050326" cy="6723879"/>
            <a:chOff x="0" y="0"/>
            <a:chExt cx="5017370" cy="177089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017370" cy="1770898"/>
            </a:xfrm>
            <a:custGeom>
              <a:avLst/>
              <a:gdLst/>
              <a:ahLst/>
              <a:cxnLst/>
              <a:rect l="l" t="t" r="r" b="b"/>
              <a:pathLst>
                <a:path w="5017370" h="1770898">
                  <a:moveTo>
                    <a:pt x="0" y="0"/>
                  </a:moveTo>
                  <a:lnTo>
                    <a:pt x="5017370" y="0"/>
                  </a:lnTo>
                  <a:lnTo>
                    <a:pt x="5017370" y="1770898"/>
                  </a:lnTo>
                  <a:lnTo>
                    <a:pt x="0" y="1770898"/>
                  </a:lnTo>
                  <a:close/>
                </a:path>
              </a:pathLst>
            </a:custGeom>
            <a:solidFill>
              <a:srgbClr val="29323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5017370" cy="17613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10719458">
            <a:off x="-570741" y="4814231"/>
            <a:ext cx="19305539" cy="3249078"/>
          </a:xfrm>
          <a:custGeom>
            <a:avLst/>
            <a:gdLst/>
            <a:ahLst/>
            <a:cxnLst/>
            <a:rect l="l" t="t" r="r" b="b"/>
            <a:pathLst>
              <a:path w="19305539" h="3249078">
                <a:moveTo>
                  <a:pt x="0" y="0"/>
                </a:moveTo>
                <a:lnTo>
                  <a:pt x="19305539" y="0"/>
                </a:lnTo>
                <a:lnTo>
                  <a:pt x="19305539" y="3249078"/>
                </a:lnTo>
                <a:lnTo>
                  <a:pt x="0" y="32490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493104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284248" y="-713185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-744452" y="252496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16293998" y="8734875"/>
            <a:ext cx="2476208" cy="3212062"/>
          </a:xfrm>
          <a:custGeom>
            <a:avLst/>
            <a:gdLst/>
            <a:ahLst/>
            <a:cxnLst/>
            <a:rect l="l" t="t" r="r" b="b"/>
            <a:pathLst>
              <a:path w="2476208" h="3212062">
                <a:moveTo>
                  <a:pt x="0" y="0"/>
                </a:moveTo>
                <a:lnTo>
                  <a:pt x="2476208" y="0"/>
                </a:lnTo>
                <a:lnTo>
                  <a:pt x="2476208" y="3212061"/>
                </a:lnTo>
                <a:lnTo>
                  <a:pt x="0" y="321206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15008615" y="0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TextBox 10"/>
          <p:cNvSpPr txBox="1"/>
          <p:nvPr/>
        </p:nvSpPr>
        <p:spPr>
          <a:xfrm>
            <a:off x="1773152" y="2821840"/>
            <a:ext cx="14883890" cy="2547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58"/>
              </a:lnSpc>
            </a:pPr>
            <a:r>
              <a:rPr lang="en-US" sz="7327" b="1" spc="688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DEMOSTRACIÓN DEL RESULTADO DEL PROYECTO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32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954302" y="2932240"/>
            <a:ext cx="5127156" cy="2547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58"/>
              </a:lnSpc>
            </a:pPr>
            <a:r>
              <a:rPr lang="en-US" sz="7327" b="1" spc="688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MUCHAS GRACIAS</a:t>
            </a:r>
          </a:p>
        </p:txBody>
      </p:sp>
      <p:sp>
        <p:nvSpPr>
          <p:cNvPr id="3" name="AutoShape 3"/>
          <p:cNvSpPr/>
          <p:nvPr/>
        </p:nvSpPr>
        <p:spPr>
          <a:xfrm flipV="1">
            <a:off x="1478627" y="1685723"/>
            <a:ext cx="0" cy="6915554"/>
          </a:xfrm>
          <a:prstGeom prst="line">
            <a:avLst/>
          </a:prstGeom>
          <a:ln w="66675" cap="flat">
            <a:solidFill>
              <a:srgbClr val="D2E5E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Box 4"/>
          <p:cNvSpPr txBox="1"/>
          <p:nvPr/>
        </p:nvSpPr>
        <p:spPr>
          <a:xfrm>
            <a:off x="1904222" y="5560340"/>
            <a:ext cx="9034884" cy="1104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9"/>
              </a:lnSpc>
            </a:pPr>
            <a:r>
              <a:rPr lang="en-US" sz="6399" spc="140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¿Preguntas?</a:t>
            </a:r>
          </a:p>
        </p:txBody>
      </p:sp>
      <p:sp>
        <p:nvSpPr>
          <p:cNvPr id="5" name="Freeform 5"/>
          <p:cNvSpPr/>
          <p:nvPr/>
        </p:nvSpPr>
        <p:spPr>
          <a:xfrm rot="5400000">
            <a:off x="9533486" y="55002"/>
            <a:ext cx="10116277" cy="9454121"/>
          </a:xfrm>
          <a:custGeom>
            <a:avLst/>
            <a:gdLst/>
            <a:ahLst/>
            <a:cxnLst/>
            <a:rect l="l" t="t" r="r" b="b"/>
            <a:pathLst>
              <a:path w="10116277" h="9454121">
                <a:moveTo>
                  <a:pt x="0" y="0"/>
                </a:moveTo>
                <a:lnTo>
                  <a:pt x="10116278" y="0"/>
                </a:lnTo>
                <a:lnTo>
                  <a:pt x="10116278" y="9454121"/>
                </a:lnTo>
                <a:lnTo>
                  <a:pt x="0" y="94541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237</Words>
  <Application>Microsoft Office PowerPoint</Application>
  <PresentationFormat>Personalizado</PresentationFormat>
  <Paragraphs>51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0" baseType="lpstr">
      <vt:lpstr>Glacial Indifference</vt:lpstr>
      <vt:lpstr>Open Sans Bold</vt:lpstr>
      <vt:lpstr>Arial</vt:lpstr>
      <vt:lpstr>Glacial Indifference Bold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proyecto de negocio formas orgánicas profesional azul y beis</dc:title>
  <cp:lastModifiedBy>Benjamín Espina Acevedo</cp:lastModifiedBy>
  <cp:revision>2</cp:revision>
  <dcterms:created xsi:type="dcterms:W3CDTF">2006-08-16T00:00:00Z</dcterms:created>
  <dcterms:modified xsi:type="dcterms:W3CDTF">2025-06-17T03:24:31Z</dcterms:modified>
  <dc:identifier>DAGi4AiOOfg</dc:identifier>
</cp:coreProperties>
</file>