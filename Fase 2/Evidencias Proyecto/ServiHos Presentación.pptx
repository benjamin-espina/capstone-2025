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Glacial Indifference" panose="020B0604020202020204" charset="0"/>
      <p:regular r:id="rId19"/>
    </p:embeddedFont>
    <p:embeddedFont>
      <p:font typeface="Glacial Indifference Bold" panose="020B0604020202020204" charset="0"/>
      <p:regular r:id="rId20"/>
    </p:embeddedFont>
    <p:embeddedFont>
      <p:font typeface="Open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103" d="100"/>
          <a:sy n="103" d="100"/>
        </p:scale>
        <p:origin x="57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6.svg"/><Relationship Id="rId18" Type="http://schemas.openxmlformats.org/officeDocument/2006/relationships/image" Target="../media/image21.png"/><Relationship Id="rId3" Type="http://schemas.openxmlformats.org/officeDocument/2006/relationships/image" Target="../media/image11.png"/><Relationship Id="rId21" Type="http://schemas.openxmlformats.org/officeDocument/2006/relationships/image" Target="../media/image24.svg"/><Relationship Id="rId7" Type="http://schemas.openxmlformats.org/officeDocument/2006/relationships/image" Target="../media/image5.pn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5" Type="http://schemas.openxmlformats.org/officeDocument/2006/relationships/image" Target="../media/image28.svg"/><Relationship Id="rId2" Type="http://schemas.openxmlformats.org/officeDocument/2006/relationships/image" Target="../media/image10.jpe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11" Type="http://schemas.openxmlformats.org/officeDocument/2006/relationships/image" Target="../media/image14.svg"/><Relationship Id="rId24" Type="http://schemas.openxmlformats.org/officeDocument/2006/relationships/image" Target="../media/image27.png"/><Relationship Id="rId5" Type="http://schemas.openxmlformats.org/officeDocument/2006/relationships/image" Target="../media/image1.png"/><Relationship Id="rId15" Type="http://schemas.openxmlformats.org/officeDocument/2006/relationships/image" Target="../media/image18.svg"/><Relationship Id="rId23" Type="http://schemas.openxmlformats.org/officeDocument/2006/relationships/image" Target="../media/image26.svg"/><Relationship Id="rId10" Type="http://schemas.openxmlformats.org/officeDocument/2006/relationships/image" Target="../media/image13.png"/><Relationship Id="rId19" Type="http://schemas.openxmlformats.org/officeDocument/2006/relationships/image" Target="../media/image22.svg"/><Relationship Id="rId4" Type="http://schemas.openxmlformats.org/officeDocument/2006/relationships/image" Target="../media/image12.svg"/><Relationship Id="rId9" Type="http://schemas.openxmlformats.org/officeDocument/2006/relationships/image" Target="../media/image9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svg"/><Relationship Id="rId3" Type="http://schemas.openxmlformats.org/officeDocument/2006/relationships/image" Target="../media/image34.svg"/><Relationship Id="rId7" Type="http://schemas.openxmlformats.org/officeDocument/2006/relationships/image" Target="../media/image36.svg"/><Relationship Id="rId12" Type="http://schemas.openxmlformats.org/officeDocument/2006/relationships/image" Target="../media/image4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svg"/><Relationship Id="rId5" Type="http://schemas.openxmlformats.org/officeDocument/2006/relationships/image" Target="../media/image32.svg"/><Relationship Id="rId10" Type="http://schemas.openxmlformats.org/officeDocument/2006/relationships/image" Target="../media/image39.png"/><Relationship Id="rId4" Type="http://schemas.openxmlformats.org/officeDocument/2006/relationships/image" Target="../media/image31.png"/><Relationship Id="rId9" Type="http://schemas.openxmlformats.org/officeDocument/2006/relationships/image" Target="../media/image38.svg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9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5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1.svg"/><Relationship Id="rId7" Type="http://schemas.openxmlformats.org/officeDocument/2006/relationships/image" Target="../media/image4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10" Type="http://schemas.openxmlformats.org/officeDocument/2006/relationships/image" Target="../media/image54.png"/><Relationship Id="rId4" Type="http://schemas.openxmlformats.org/officeDocument/2006/relationships/image" Target="../media/image1.png"/><Relationship Id="rId9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9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4.sv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60.png"/><Relationship Id="rId5" Type="http://schemas.openxmlformats.org/officeDocument/2006/relationships/image" Target="../media/image32.svg"/><Relationship Id="rId10" Type="http://schemas.openxmlformats.org/officeDocument/2006/relationships/image" Target="../media/image59.png"/><Relationship Id="rId4" Type="http://schemas.openxmlformats.org/officeDocument/2006/relationships/image" Target="../media/image31.png"/><Relationship Id="rId9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982806">
            <a:off x="720300" y="6421716"/>
            <a:ext cx="8842272" cy="11861584"/>
          </a:xfrm>
          <a:custGeom>
            <a:avLst/>
            <a:gdLst/>
            <a:ahLst/>
            <a:cxnLst/>
            <a:rect l="l" t="t" r="r" b="b"/>
            <a:pathLst>
              <a:path w="8842272" h="11861584">
                <a:moveTo>
                  <a:pt x="0" y="0"/>
                </a:moveTo>
                <a:lnTo>
                  <a:pt x="8842272" y="0"/>
                </a:lnTo>
                <a:lnTo>
                  <a:pt x="8842272" y="11861584"/>
                </a:lnTo>
                <a:lnTo>
                  <a:pt x="0" y="1186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6501204">
            <a:off x="11046831" y="-5088864"/>
            <a:ext cx="8807178" cy="11814508"/>
          </a:xfrm>
          <a:custGeom>
            <a:avLst/>
            <a:gdLst/>
            <a:ahLst/>
            <a:cxnLst/>
            <a:rect l="l" t="t" r="r" b="b"/>
            <a:pathLst>
              <a:path w="8807178" h="11814508">
                <a:moveTo>
                  <a:pt x="0" y="0"/>
                </a:moveTo>
                <a:lnTo>
                  <a:pt x="8807178" y="0"/>
                </a:lnTo>
                <a:lnTo>
                  <a:pt x="8807178" y="11814507"/>
                </a:lnTo>
                <a:lnTo>
                  <a:pt x="0" y="11814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10571821">
            <a:off x="10628437" y="8363453"/>
            <a:ext cx="5947318" cy="7978109"/>
          </a:xfrm>
          <a:custGeom>
            <a:avLst/>
            <a:gdLst/>
            <a:ahLst/>
            <a:cxnLst/>
            <a:rect l="l" t="t" r="r" b="b"/>
            <a:pathLst>
              <a:path w="5947318" h="7978109">
                <a:moveTo>
                  <a:pt x="0" y="0"/>
                </a:moveTo>
                <a:lnTo>
                  <a:pt x="5947318" y="0"/>
                </a:lnTo>
                <a:lnTo>
                  <a:pt x="5947318" y="7978110"/>
                </a:lnTo>
                <a:lnTo>
                  <a:pt x="0" y="797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-5114765">
            <a:off x="11561828" y="5146485"/>
            <a:ext cx="8542938" cy="7393525"/>
          </a:xfrm>
          <a:custGeom>
            <a:avLst/>
            <a:gdLst/>
            <a:ahLst/>
            <a:cxnLst/>
            <a:rect l="l" t="t" r="r" b="b"/>
            <a:pathLst>
              <a:path w="8542938" h="7393525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rot="-5058328">
            <a:off x="13255544" y="-4131370"/>
            <a:ext cx="7156478" cy="6935278"/>
          </a:xfrm>
          <a:custGeom>
            <a:avLst/>
            <a:gdLst/>
            <a:ahLst/>
            <a:cxnLst/>
            <a:rect l="l" t="t" r="r" b="b"/>
            <a:pathLst>
              <a:path w="7156478" h="69352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rot="3318101">
            <a:off x="-3880130" y="6803731"/>
            <a:ext cx="10117864" cy="10062676"/>
          </a:xfrm>
          <a:custGeom>
            <a:avLst/>
            <a:gdLst/>
            <a:ahLst/>
            <a:cxnLst/>
            <a:rect l="l" t="t" r="r" b="b"/>
            <a:pathLst>
              <a:path w="10117864" h="10062676">
                <a:moveTo>
                  <a:pt x="0" y="0"/>
                </a:moveTo>
                <a:lnTo>
                  <a:pt x="10117864" y="0"/>
                </a:lnTo>
                <a:lnTo>
                  <a:pt x="10117864" y="10062675"/>
                </a:lnTo>
                <a:lnTo>
                  <a:pt x="0" y="10062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6800871">
            <a:off x="-1846725" y="-2878373"/>
            <a:ext cx="8542938" cy="7393525"/>
          </a:xfrm>
          <a:custGeom>
            <a:avLst/>
            <a:gdLst/>
            <a:ahLst/>
            <a:cxnLst/>
            <a:rect l="l" t="t" r="r" b="b"/>
            <a:pathLst>
              <a:path w="8542938" h="7393525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0" y="0"/>
            <a:ext cx="5589830" cy="1374166"/>
          </a:xfrm>
          <a:custGeom>
            <a:avLst/>
            <a:gdLst/>
            <a:ahLst/>
            <a:cxnLst/>
            <a:rect l="l" t="t" r="r" b="b"/>
            <a:pathLst>
              <a:path w="5589830" h="1374166">
                <a:moveTo>
                  <a:pt x="0" y="0"/>
                </a:moveTo>
                <a:lnTo>
                  <a:pt x="5589830" y="0"/>
                </a:lnTo>
                <a:lnTo>
                  <a:pt x="5589830" y="1374166"/>
                </a:lnTo>
                <a:lnTo>
                  <a:pt x="0" y="13741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4681668" y="4420711"/>
            <a:ext cx="8924664" cy="204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7"/>
              </a:lnSpc>
            </a:pPr>
            <a:r>
              <a:rPr lang="en-US" sz="11898" b="1" spc="111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SERVIHOS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501204">
            <a:off x="-4899086" y="-8147683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8798399">
            <a:off x="11434890" y="2417332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-10301337">
            <a:off x="9883234" y="-2150579"/>
            <a:ext cx="12901483" cy="11165647"/>
          </a:xfrm>
          <a:custGeom>
            <a:avLst/>
            <a:gdLst/>
            <a:ahLst/>
            <a:cxnLst/>
            <a:rect l="l" t="t" r="r" b="b"/>
            <a:pathLst>
              <a:path w="12901483" h="11165647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458160">
            <a:off x="-3775194" y="6616870"/>
            <a:ext cx="8481393" cy="7340260"/>
          </a:xfrm>
          <a:custGeom>
            <a:avLst/>
            <a:gdLst/>
            <a:ahLst/>
            <a:cxnLst/>
            <a:rect l="l" t="t" r="r" b="b"/>
            <a:pathLst>
              <a:path w="8481393" h="7340260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287290" y="1943183"/>
            <a:ext cx="5820596" cy="131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sz="7662" b="1" spc="72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PROYECTO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7290" y="1115260"/>
            <a:ext cx="6813514" cy="98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57"/>
              </a:lnSpc>
            </a:pPr>
            <a:r>
              <a:rPr lang="en-US" sz="5683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INTEGRANTES DEL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0"/>
            <a:ext cx="3279385" cy="806182"/>
          </a:xfrm>
          <a:custGeom>
            <a:avLst/>
            <a:gdLst/>
            <a:ahLst/>
            <a:cxnLst/>
            <a:rect l="l" t="t" r="r" b="b"/>
            <a:pathLst>
              <a:path w="3279385" h="806182">
                <a:moveTo>
                  <a:pt x="0" y="0"/>
                </a:moveTo>
                <a:lnTo>
                  <a:pt x="3279385" y="0"/>
                </a:lnTo>
                <a:lnTo>
                  <a:pt x="3279385" y="806182"/>
                </a:lnTo>
                <a:lnTo>
                  <a:pt x="0" y="806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4343400" y="4650880"/>
            <a:ext cx="8515310" cy="9941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60938" lvl="1" indent="-630469" algn="ctr">
              <a:lnSpc>
                <a:spcPts val="8176"/>
              </a:lnSpc>
              <a:buFont typeface="Arial"/>
              <a:buChar char="•"/>
            </a:pPr>
            <a:r>
              <a:rPr lang="en-US" sz="5840" b="1" dirty="0">
                <a:solidFill>
                  <a:srgbClr val="1525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Bruno Benavente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86612" y="3158269"/>
            <a:ext cx="7978706" cy="9941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60938" lvl="1" indent="-630469" algn="ctr">
              <a:lnSpc>
                <a:spcPts val="8176"/>
              </a:lnSpc>
              <a:buFont typeface="Arial"/>
              <a:buChar char="•"/>
            </a:pPr>
            <a:r>
              <a:rPr lang="en-US" sz="5840" b="1" dirty="0">
                <a:solidFill>
                  <a:srgbClr val="1525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Benjamín Espina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47495" y="5568816"/>
            <a:ext cx="797870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1525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Desarrollador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47495" y="4076205"/>
            <a:ext cx="797870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1525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Jefe de Proyecto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01515" y="0"/>
            <a:ext cx="7486485" cy="10287000"/>
          </a:xfrm>
          <a:custGeom>
            <a:avLst/>
            <a:gdLst/>
            <a:ahLst/>
            <a:cxnLst/>
            <a:rect l="l" t="t" r="r" b="b"/>
            <a:pathLst>
              <a:path w="7486485" h="10287000">
                <a:moveTo>
                  <a:pt x="0" y="0"/>
                </a:moveTo>
                <a:lnTo>
                  <a:pt x="7486485" y="0"/>
                </a:lnTo>
                <a:lnTo>
                  <a:pt x="74864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600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445925">
            <a:off x="3142738" y="-769394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-8798399">
            <a:off x="8466276" y="-9590538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3283157">
            <a:off x="-1501206" y="7329841"/>
            <a:ext cx="5624862" cy="7545546"/>
          </a:xfrm>
          <a:custGeom>
            <a:avLst/>
            <a:gdLst/>
            <a:ahLst/>
            <a:cxnLst/>
            <a:rect l="l" t="t" r="r" b="b"/>
            <a:pathLst>
              <a:path w="5624862" h="7545546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1028700" y="1594411"/>
            <a:ext cx="6460548" cy="966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PROBLEMATICA</a:t>
            </a:r>
          </a:p>
        </p:txBody>
      </p:sp>
      <p:sp>
        <p:nvSpPr>
          <p:cNvPr id="7" name="Freeform 7"/>
          <p:cNvSpPr/>
          <p:nvPr/>
        </p:nvSpPr>
        <p:spPr>
          <a:xfrm rot="2770156">
            <a:off x="-2577184" y="-2165857"/>
            <a:ext cx="5154368" cy="4995052"/>
          </a:xfrm>
          <a:custGeom>
            <a:avLst/>
            <a:gdLst/>
            <a:ahLst/>
            <a:cxnLst/>
            <a:rect l="l" t="t" r="r" b="b"/>
            <a:pathLst>
              <a:path w="5154368" h="4995052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2770156">
            <a:off x="15710816" y="8522875"/>
            <a:ext cx="5154368" cy="4995052"/>
          </a:xfrm>
          <a:custGeom>
            <a:avLst/>
            <a:gdLst/>
            <a:ahLst/>
            <a:cxnLst/>
            <a:rect l="l" t="t" r="r" b="b"/>
            <a:pathLst>
              <a:path w="5154368" h="4995052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0" y="0"/>
            <a:ext cx="3279385" cy="806182"/>
          </a:xfrm>
          <a:custGeom>
            <a:avLst/>
            <a:gdLst/>
            <a:ahLst/>
            <a:cxnLst/>
            <a:rect l="l" t="t" r="r" b="b"/>
            <a:pathLst>
              <a:path w="3279385" h="806182">
                <a:moveTo>
                  <a:pt x="0" y="0"/>
                </a:moveTo>
                <a:lnTo>
                  <a:pt x="3279385" y="0"/>
                </a:lnTo>
                <a:lnTo>
                  <a:pt x="3279385" y="806182"/>
                </a:lnTo>
                <a:lnTo>
                  <a:pt x="0" y="8061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028700" y="3250009"/>
            <a:ext cx="1305108" cy="1305108"/>
          </a:xfrm>
          <a:custGeom>
            <a:avLst/>
            <a:gdLst/>
            <a:ahLst/>
            <a:cxnLst/>
            <a:rect l="l" t="t" r="r" b="b"/>
            <a:pathLst>
              <a:path w="1305108" h="1305108">
                <a:moveTo>
                  <a:pt x="0" y="0"/>
                </a:moveTo>
                <a:lnTo>
                  <a:pt x="1305108" y="0"/>
                </a:lnTo>
                <a:lnTo>
                  <a:pt x="1305108" y="1305108"/>
                </a:lnTo>
                <a:lnTo>
                  <a:pt x="0" y="13051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2806238" y="3250009"/>
            <a:ext cx="1560455" cy="1305108"/>
          </a:xfrm>
          <a:custGeom>
            <a:avLst/>
            <a:gdLst/>
            <a:ahLst/>
            <a:cxnLst/>
            <a:rect l="l" t="t" r="r" b="b"/>
            <a:pathLst>
              <a:path w="1560455" h="1305108">
                <a:moveTo>
                  <a:pt x="0" y="0"/>
                </a:moveTo>
                <a:lnTo>
                  <a:pt x="1560455" y="0"/>
                </a:lnTo>
                <a:lnTo>
                  <a:pt x="1560455" y="1305108"/>
                </a:lnTo>
                <a:lnTo>
                  <a:pt x="0" y="13051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4842943" y="3250009"/>
            <a:ext cx="2308068" cy="1305108"/>
          </a:xfrm>
          <a:custGeom>
            <a:avLst/>
            <a:gdLst/>
            <a:ahLst/>
            <a:cxnLst/>
            <a:rect l="l" t="t" r="r" b="b"/>
            <a:pathLst>
              <a:path w="2308068" h="1305108">
                <a:moveTo>
                  <a:pt x="0" y="0"/>
                </a:moveTo>
                <a:lnTo>
                  <a:pt x="2308068" y="0"/>
                </a:lnTo>
                <a:lnTo>
                  <a:pt x="2308068" y="1305108"/>
                </a:lnTo>
                <a:lnTo>
                  <a:pt x="0" y="13051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1028700" y="6627647"/>
            <a:ext cx="2098857" cy="1305108"/>
          </a:xfrm>
          <a:custGeom>
            <a:avLst/>
            <a:gdLst/>
            <a:ahLst/>
            <a:cxnLst/>
            <a:rect l="l" t="t" r="r" b="b"/>
            <a:pathLst>
              <a:path w="2098857" h="1305108">
                <a:moveTo>
                  <a:pt x="0" y="0"/>
                </a:moveTo>
                <a:lnTo>
                  <a:pt x="2098857" y="0"/>
                </a:lnTo>
                <a:lnTo>
                  <a:pt x="2098857" y="1305108"/>
                </a:lnTo>
                <a:lnTo>
                  <a:pt x="0" y="130510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941550" y="3162860"/>
            <a:ext cx="1479407" cy="1479407"/>
          </a:xfrm>
          <a:custGeom>
            <a:avLst/>
            <a:gdLst/>
            <a:ahLst/>
            <a:cxnLst/>
            <a:rect l="l" t="t" r="r" b="b"/>
            <a:pathLst>
              <a:path w="1479407" h="1479407">
                <a:moveTo>
                  <a:pt x="0" y="0"/>
                </a:moveTo>
                <a:lnTo>
                  <a:pt x="1479407" y="0"/>
                </a:lnTo>
                <a:lnTo>
                  <a:pt x="1479407" y="1479407"/>
                </a:lnTo>
                <a:lnTo>
                  <a:pt x="0" y="147940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070133" y="3468375"/>
            <a:ext cx="1222241" cy="868376"/>
          </a:xfrm>
          <a:custGeom>
            <a:avLst/>
            <a:gdLst/>
            <a:ahLst/>
            <a:cxnLst/>
            <a:rect l="l" t="t" r="r" b="b"/>
            <a:pathLst>
              <a:path w="1222241" h="868376">
                <a:moveTo>
                  <a:pt x="0" y="0"/>
                </a:moveTo>
                <a:lnTo>
                  <a:pt x="1222242" y="0"/>
                </a:lnTo>
                <a:lnTo>
                  <a:pt x="1222242" y="868376"/>
                </a:lnTo>
                <a:lnTo>
                  <a:pt x="0" y="8683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3606420" y="6627647"/>
            <a:ext cx="1305108" cy="1305108"/>
          </a:xfrm>
          <a:custGeom>
            <a:avLst/>
            <a:gdLst/>
            <a:ahLst/>
            <a:cxnLst/>
            <a:rect l="l" t="t" r="r" b="b"/>
            <a:pathLst>
              <a:path w="1305108" h="1305108">
                <a:moveTo>
                  <a:pt x="0" y="0"/>
                </a:moveTo>
                <a:lnTo>
                  <a:pt x="1305108" y="0"/>
                </a:lnTo>
                <a:lnTo>
                  <a:pt x="1305108" y="1305108"/>
                </a:lnTo>
                <a:lnTo>
                  <a:pt x="0" y="13051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3519270" y="6540498"/>
            <a:ext cx="1479407" cy="1479407"/>
          </a:xfrm>
          <a:custGeom>
            <a:avLst/>
            <a:gdLst/>
            <a:ahLst/>
            <a:cxnLst/>
            <a:rect l="l" t="t" r="r" b="b"/>
            <a:pathLst>
              <a:path w="1479407" h="1479407">
                <a:moveTo>
                  <a:pt x="0" y="0"/>
                </a:moveTo>
                <a:lnTo>
                  <a:pt x="1479407" y="0"/>
                </a:lnTo>
                <a:lnTo>
                  <a:pt x="1479407" y="1479407"/>
                </a:lnTo>
                <a:lnTo>
                  <a:pt x="0" y="147940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>
            <a:off x="3794065" y="6737314"/>
            <a:ext cx="929817" cy="1085774"/>
          </a:xfrm>
          <a:custGeom>
            <a:avLst/>
            <a:gdLst/>
            <a:ahLst/>
            <a:cxnLst/>
            <a:rect l="l" t="t" r="r" b="b"/>
            <a:pathLst>
              <a:path w="929817" h="1085774">
                <a:moveTo>
                  <a:pt x="0" y="0"/>
                </a:moveTo>
                <a:lnTo>
                  <a:pt x="929817" y="0"/>
                </a:lnTo>
                <a:lnTo>
                  <a:pt x="929817" y="1085774"/>
                </a:lnTo>
                <a:lnTo>
                  <a:pt x="0" y="108577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Freeform 19"/>
          <p:cNvSpPr/>
          <p:nvPr/>
        </p:nvSpPr>
        <p:spPr>
          <a:xfrm>
            <a:off x="5665427" y="6627647"/>
            <a:ext cx="1153241" cy="1305108"/>
          </a:xfrm>
          <a:custGeom>
            <a:avLst/>
            <a:gdLst/>
            <a:ahLst/>
            <a:cxnLst/>
            <a:rect l="l" t="t" r="r" b="b"/>
            <a:pathLst>
              <a:path w="1153241" h="1305108">
                <a:moveTo>
                  <a:pt x="0" y="0"/>
                </a:moveTo>
                <a:lnTo>
                  <a:pt x="1153241" y="0"/>
                </a:lnTo>
                <a:lnTo>
                  <a:pt x="1153241" y="1305108"/>
                </a:lnTo>
                <a:lnTo>
                  <a:pt x="0" y="130510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0" name="TextBox 20"/>
          <p:cNvSpPr txBox="1"/>
          <p:nvPr/>
        </p:nvSpPr>
        <p:spPr>
          <a:xfrm>
            <a:off x="1028700" y="5101451"/>
            <a:ext cx="8324690" cy="125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sz="7327" b="1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SOLUCIÓN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3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4142" y="3894770"/>
            <a:ext cx="5141050" cy="3202088"/>
            <a:chOff x="0" y="0"/>
            <a:chExt cx="812800" cy="506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506250"/>
            </a:xfrm>
            <a:custGeom>
              <a:avLst/>
              <a:gdLst/>
              <a:ahLst/>
              <a:cxnLst/>
              <a:rect l="l" t="t" r="r" b="b"/>
              <a:pathLst>
                <a:path w="812800" h="50625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467097"/>
                  </a:lnTo>
                  <a:cubicBezTo>
                    <a:pt x="812800" y="477481"/>
                    <a:pt x="808675" y="487440"/>
                    <a:pt x="801332" y="494782"/>
                  </a:cubicBezTo>
                  <a:cubicBezTo>
                    <a:pt x="793990" y="502125"/>
                    <a:pt x="784031" y="506250"/>
                    <a:pt x="773647" y="506250"/>
                  </a:cubicBezTo>
                  <a:lnTo>
                    <a:pt x="39153" y="506250"/>
                  </a:lnTo>
                  <a:cubicBezTo>
                    <a:pt x="28769" y="506250"/>
                    <a:pt x="18810" y="502125"/>
                    <a:pt x="11468" y="494782"/>
                  </a:cubicBezTo>
                  <a:cubicBezTo>
                    <a:pt x="4125" y="487440"/>
                    <a:pt x="0" y="477481"/>
                    <a:pt x="0" y="467097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F6FFE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812800" cy="49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265748" y="2739000"/>
            <a:ext cx="10217687" cy="5663769"/>
            <a:chOff x="0" y="0"/>
            <a:chExt cx="1615416" cy="8954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15416" cy="895442"/>
            </a:xfrm>
            <a:custGeom>
              <a:avLst/>
              <a:gdLst/>
              <a:ahLst/>
              <a:cxnLst/>
              <a:rect l="l" t="t" r="r" b="b"/>
              <a:pathLst>
                <a:path w="1615416" h="895442">
                  <a:moveTo>
                    <a:pt x="19700" y="0"/>
                  </a:moveTo>
                  <a:lnTo>
                    <a:pt x="1595716" y="0"/>
                  </a:lnTo>
                  <a:cubicBezTo>
                    <a:pt x="1600941" y="0"/>
                    <a:pt x="1605952" y="2076"/>
                    <a:pt x="1609646" y="5770"/>
                  </a:cubicBezTo>
                  <a:cubicBezTo>
                    <a:pt x="1613341" y="9465"/>
                    <a:pt x="1615416" y="14475"/>
                    <a:pt x="1615416" y="19700"/>
                  </a:cubicBezTo>
                  <a:lnTo>
                    <a:pt x="1615416" y="875742"/>
                  </a:lnTo>
                  <a:cubicBezTo>
                    <a:pt x="1615416" y="886622"/>
                    <a:pt x="1606596" y="895442"/>
                    <a:pt x="1595716" y="895442"/>
                  </a:cubicBezTo>
                  <a:lnTo>
                    <a:pt x="19700" y="895442"/>
                  </a:lnTo>
                  <a:cubicBezTo>
                    <a:pt x="8820" y="895442"/>
                    <a:pt x="0" y="886622"/>
                    <a:pt x="0" y="875742"/>
                  </a:cubicBezTo>
                  <a:lnTo>
                    <a:pt x="0" y="19700"/>
                  </a:lnTo>
                  <a:cubicBezTo>
                    <a:pt x="0" y="8820"/>
                    <a:pt x="8820" y="0"/>
                    <a:pt x="19700" y="0"/>
                  </a:cubicBezTo>
                  <a:close/>
                </a:path>
              </a:pathLst>
            </a:custGeom>
            <a:solidFill>
              <a:srgbClr val="F6FFE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1615416" cy="885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981655" y="1099365"/>
            <a:ext cx="8324690" cy="1252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sz="7327" b="1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57841" y="3042063"/>
            <a:ext cx="5637184" cy="471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6"/>
              </a:lnSpc>
            </a:pPr>
            <a:r>
              <a:rPr lang="en-US" sz="3859" b="1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Objetivos específicos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62962" y="5415982"/>
            <a:ext cx="4563411" cy="1358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605" u="none" strike="noStrike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esarrollar una herramienta tecnológica que permita la gestión de una hospedería.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65748" y="3684682"/>
            <a:ext cx="10039019" cy="502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2612" lvl="1" indent="-281306" algn="just">
              <a:lnSpc>
                <a:spcPts val="3648"/>
              </a:lnSpc>
              <a:buFont typeface="Arial"/>
              <a:buChar char="•"/>
            </a:pP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espe</a:t>
            </a:r>
            <a:r>
              <a:rPr lang="en-US" sz="2605" u="none" strike="noStrike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 que tras un periodo de 1 mes, el 100% de usuario encargado queden registrados en la plataforma.</a:t>
            </a:r>
          </a:p>
          <a:p>
            <a:pPr marL="562612" lvl="1" indent="-281306" algn="just">
              <a:lnSpc>
                <a:spcPts val="3648"/>
              </a:lnSpc>
              <a:buFont typeface="Arial"/>
              <a:buChar char="•"/>
            </a:pPr>
            <a:r>
              <a:rPr lang="en-US" sz="2605" u="none" strike="noStrike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espera que a los 2 meses el 80% de los usuarios de hospedería estén registrados en el sistema.</a:t>
            </a:r>
          </a:p>
          <a:p>
            <a:pPr marL="562612" lvl="1" indent="-281306" algn="just">
              <a:lnSpc>
                <a:spcPts val="3648"/>
              </a:lnSpc>
              <a:buFont typeface="Arial"/>
              <a:buChar char="•"/>
            </a:pPr>
            <a:r>
              <a:rPr lang="en-US" sz="2605" u="none" strike="noStrike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espera que a los 2 meses al menos el 60% de los servicios utilizados queden registrados en el sistema.</a:t>
            </a:r>
          </a:p>
          <a:p>
            <a:pPr marL="562612" lvl="1" indent="-281306" algn="just">
              <a:lnSpc>
                <a:spcPts val="3648"/>
              </a:lnSpc>
              <a:buFont typeface="Arial"/>
              <a:buChar char="•"/>
            </a:pPr>
            <a:r>
              <a:rPr lang="en-US" sz="2605" u="none" strike="noStrike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espera que, en un plazo de 3 meses, el 100% de los usuarios actuales de hospedería queden registrados en la plataforma.</a:t>
            </a:r>
          </a:p>
          <a:p>
            <a:pPr marL="562612" lvl="1" indent="-281306" algn="just">
              <a:lnSpc>
                <a:spcPts val="3648"/>
              </a:lnSpc>
              <a:buFont typeface="Arial"/>
              <a:buChar char="•"/>
            </a:pPr>
            <a:r>
              <a:rPr lang="en-US" sz="2605" u="none" strike="noStrike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espera que a los 6 meses se hayan digitalizado todos los reportes.</a:t>
            </a:r>
          </a:p>
          <a:p>
            <a:pPr algn="just">
              <a:lnSpc>
                <a:spcPts val="3648"/>
              </a:lnSpc>
            </a:pPr>
            <a:endParaRPr lang="en-US" sz="2605" u="none" strike="noStrike" spc="57">
              <a:solidFill>
                <a:srgbClr val="15254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2" name="AutoShape 12"/>
          <p:cNvSpPr/>
          <p:nvPr/>
        </p:nvSpPr>
        <p:spPr>
          <a:xfrm flipV="1">
            <a:off x="1678409" y="5198652"/>
            <a:ext cx="4732518" cy="0"/>
          </a:xfrm>
          <a:prstGeom prst="line">
            <a:avLst/>
          </a:prstGeom>
          <a:ln w="38100" cap="flat">
            <a:solidFill>
              <a:srgbClr val="29323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3" name="AutoShape 13"/>
          <p:cNvSpPr/>
          <p:nvPr/>
        </p:nvSpPr>
        <p:spPr>
          <a:xfrm flipV="1">
            <a:off x="10058432" y="3532282"/>
            <a:ext cx="4732518" cy="0"/>
          </a:xfrm>
          <a:prstGeom prst="line">
            <a:avLst/>
          </a:prstGeom>
          <a:ln w="38100" cap="flat">
            <a:solidFill>
              <a:srgbClr val="29323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6321534" y="-285545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7304767" y="854768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0" y="9258300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-937766" y="8402769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 rot="672866">
            <a:off x="-1019041" y="-1783519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Box 19"/>
          <p:cNvSpPr txBox="1"/>
          <p:nvPr/>
        </p:nvSpPr>
        <p:spPr>
          <a:xfrm>
            <a:off x="1852306" y="4161453"/>
            <a:ext cx="4384724" cy="67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 b="1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General</a:t>
            </a:r>
          </a:p>
        </p:txBody>
      </p:sp>
      <p:sp>
        <p:nvSpPr>
          <p:cNvPr id="20" name="Freeform 20"/>
          <p:cNvSpPr/>
          <p:nvPr/>
        </p:nvSpPr>
        <p:spPr>
          <a:xfrm rot="-10799999">
            <a:off x="12715117" y="758304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0" y="48586"/>
            <a:ext cx="3279385" cy="806182"/>
          </a:xfrm>
          <a:custGeom>
            <a:avLst/>
            <a:gdLst/>
            <a:ahLst/>
            <a:cxnLst/>
            <a:rect l="l" t="t" r="r" b="b"/>
            <a:pathLst>
              <a:path w="3279385" h="806182">
                <a:moveTo>
                  <a:pt x="0" y="0"/>
                </a:moveTo>
                <a:lnTo>
                  <a:pt x="3279385" y="0"/>
                </a:lnTo>
                <a:lnTo>
                  <a:pt x="3279385" y="806182"/>
                </a:lnTo>
                <a:lnTo>
                  <a:pt x="0" y="806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35367" y="3429477"/>
            <a:ext cx="9817265" cy="1252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58"/>
              </a:lnSpc>
              <a:spcBef>
                <a:spcPct val="0"/>
              </a:spcBef>
            </a:pPr>
            <a:r>
              <a:rPr lang="en-US" sz="7327" b="1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METODOLOGÍA</a:t>
            </a:r>
          </a:p>
        </p:txBody>
      </p:sp>
      <p:sp>
        <p:nvSpPr>
          <p:cNvPr id="3" name="Freeform 3"/>
          <p:cNvSpPr/>
          <p:nvPr/>
        </p:nvSpPr>
        <p:spPr>
          <a:xfrm>
            <a:off x="-290950" y="-2033784"/>
            <a:ext cx="5544196" cy="5181303"/>
          </a:xfrm>
          <a:custGeom>
            <a:avLst/>
            <a:gdLst/>
            <a:ahLst/>
            <a:cxnLst/>
            <a:rect l="l" t="t" r="r" b="b"/>
            <a:pathLst>
              <a:path w="5544196" h="5181303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-9354559">
            <a:off x="12207201" y="5475509"/>
            <a:ext cx="8367389" cy="7819705"/>
          </a:xfrm>
          <a:custGeom>
            <a:avLst/>
            <a:gdLst/>
            <a:ahLst/>
            <a:cxnLst/>
            <a:rect l="l" t="t" r="r" b="b"/>
            <a:pathLst>
              <a:path w="8367389" h="7819705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5400000">
            <a:off x="13112837" y="-165991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rot="-5521968">
            <a:off x="-1614569" y="6194806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4087258" y="5110266"/>
            <a:ext cx="1075359" cy="1178182"/>
          </a:xfrm>
          <a:custGeom>
            <a:avLst/>
            <a:gdLst/>
            <a:ahLst/>
            <a:cxnLst/>
            <a:rect l="l" t="t" r="r" b="b"/>
            <a:pathLst>
              <a:path w="1075359" h="1178182">
                <a:moveTo>
                  <a:pt x="0" y="0"/>
                </a:moveTo>
                <a:lnTo>
                  <a:pt x="1075359" y="0"/>
                </a:lnTo>
                <a:lnTo>
                  <a:pt x="1075359" y="1178181"/>
                </a:lnTo>
                <a:lnTo>
                  <a:pt x="0" y="1178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3285961" y="6452766"/>
            <a:ext cx="2677953" cy="601913"/>
            <a:chOff x="0" y="0"/>
            <a:chExt cx="812800" cy="182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82690"/>
            </a:xfrm>
            <a:custGeom>
              <a:avLst/>
              <a:gdLst/>
              <a:ahLst/>
              <a:cxnLst/>
              <a:rect l="l" t="t" r="r" b="b"/>
              <a:pathLst>
                <a:path w="812800" h="18269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93239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Investigación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10688" y="6452766"/>
            <a:ext cx="2677953" cy="601913"/>
            <a:chOff x="0" y="0"/>
            <a:chExt cx="812800" cy="1826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82690"/>
            </a:xfrm>
            <a:custGeom>
              <a:avLst/>
              <a:gdLst/>
              <a:ahLst/>
              <a:cxnLst/>
              <a:rect l="l" t="t" r="r" b="b"/>
              <a:pathLst>
                <a:path w="812800" h="18269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93239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Diseño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99360" y="6452766"/>
            <a:ext cx="2677953" cy="601913"/>
            <a:chOff x="0" y="0"/>
            <a:chExt cx="812800" cy="1826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182690"/>
            </a:xfrm>
            <a:custGeom>
              <a:avLst/>
              <a:gdLst/>
              <a:ahLst/>
              <a:cxnLst/>
              <a:rect l="l" t="t" r="r" b="b"/>
              <a:pathLst>
                <a:path w="812800" h="18269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93239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Análisis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24086" y="6452766"/>
            <a:ext cx="2677953" cy="601913"/>
            <a:chOff x="0" y="0"/>
            <a:chExt cx="812800" cy="1826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182690"/>
            </a:xfrm>
            <a:custGeom>
              <a:avLst/>
              <a:gdLst/>
              <a:ahLst/>
              <a:cxnLst/>
              <a:rect l="l" t="t" r="r" b="b"/>
              <a:pathLst>
                <a:path w="812800" h="18269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93239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Implementación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7123149" y="5110266"/>
            <a:ext cx="1030373" cy="1178182"/>
          </a:xfrm>
          <a:custGeom>
            <a:avLst/>
            <a:gdLst/>
            <a:ahLst/>
            <a:cxnLst/>
            <a:rect l="l" t="t" r="r" b="b"/>
            <a:pathLst>
              <a:path w="1030373" h="1178182">
                <a:moveTo>
                  <a:pt x="0" y="0"/>
                </a:moveTo>
                <a:lnTo>
                  <a:pt x="1030374" y="0"/>
                </a:lnTo>
                <a:lnTo>
                  <a:pt x="1030374" y="1178181"/>
                </a:lnTo>
                <a:lnTo>
                  <a:pt x="0" y="11781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13095224" y="5152770"/>
            <a:ext cx="1135677" cy="1135677"/>
          </a:xfrm>
          <a:custGeom>
            <a:avLst/>
            <a:gdLst/>
            <a:ahLst/>
            <a:cxnLst/>
            <a:rect l="l" t="t" r="r" b="b"/>
            <a:pathLst>
              <a:path w="1135677" h="1135677">
                <a:moveTo>
                  <a:pt x="0" y="0"/>
                </a:moveTo>
                <a:lnTo>
                  <a:pt x="1135677" y="0"/>
                </a:lnTo>
                <a:lnTo>
                  <a:pt x="1135677" y="1135677"/>
                </a:lnTo>
                <a:lnTo>
                  <a:pt x="0" y="11356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2" name="Freeform 22"/>
          <p:cNvSpPr/>
          <p:nvPr/>
        </p:nvSpPr>
        <p:spPr>
          <a:xfrm>
            <a:off x="10056535" y="5152770"/>
            <a:ext cx="1135677" cy="1135677"/>
          </a:xfrm>
          <a:custGeom>
            <a:avLst/>
            <a:gdLst/>
            <a:ahLst/>
            <a:cxnLst/>
            <a:rect l="l" t="t" r="r" b="b"/>
            <a:pathLst>
              <a:path w="1135677" h="1135677">
                <a:moveTo>
                  <a:pt x="0" y="0"/>
                </a:moveTo>
                <a:lnTo>
                  <a:pt x="1135677" y="0"/>
                </a:lnTo>
                <a:lnTo>
                  <a:pt x="1135677" y="1135677"/>
                </a:lnTo>
                <a:lnTo>
                  <a:pt x="0" y="11356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3" name="Freeform 23"/>
          <p:cNvSpPr/>
          <p:nvPr/>
        </p:nvSpPr>
        <p:spPr>
          <a:xfrm>
            <a:off x="0" y="48586"/>
            <a:ext cx="3279385" cy="806182"/>
          </a:xfrm>
          <a:custGeom>
            <a:avLst/>
            <a:gdLst/>
            <a:ahLst/>
            <a:cxnLst/>
            <a:rect l="l" t="t" r="r" b="b"/>
            <a:pathLst>
              <a:path w="3279385" h="806182">
                <a:moveTo>
                  <a:pt x="0" y="0"/>
                </a:moveTo>
                <a:lnTo>
                  <a:pt x="3279385" y="0"/>
                </a:lnTo>
                <a:lnTo>
                  <a:pt x="3279385" y="806182"/>
                </a:lnTo>
                <a:lnTo>
                  <a:pt x="0" y="8061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-1580379"/>
            <a:ext cx="19050326" cy="5975359"/>
            <a:chOff x="0" y="0"/>
            <a:chExt cx="5017370" cy="15737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17370" cy="1573757"/>
            </a:xfrm>
            <a:custGeom>
              <a:avLst/>
              <a:gdLst/>
              <a:ahLst/>
              <a:cxnLst/>
              <a:rect l="l" t="t" r="r" b="b"/>
              <a:pathLst>
                <a:path w="5017370" h="1573757">
                  <a:moveTo>
                    <a:pt x="0" y="0"/>
                  </a:moveTo>
                  <a:lnTo>
                    <a:pt x="5017370" y="0"/>
                  </a:lnTo>
                  <a:lnTo>
                    <a:pt x="5017370" y="1573757"/>
                  </a:lnTo>
                  <a:lnTo>
                    <a:pt x="0" y="1573757"/>
                  </a:lnTo>
                  <a:close/>
                </a:path>
              </a:pathLst>
            </a:custGeom>
            <a:solidFill>
              <a:srgbClr val="29323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5017370" cy="1564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719458">
            <a:off x="-508769" y="3878032"/>
            <a:ext cx="19305539" cy="3249078"/>
          </a:xfrm>
          <a:custGeom>
            <a:avLst/>
            <a:gdLst/>
            <a:ahLst/>
            <a:cxnLst/>
            <a:rect l="l" t="t" r="r" b="b"/>
            <a:pathLst>
              <a:path w="19305539" h="3249078">
                <a:moveTo>
                  <a:pt x="0" y="0"/>
                </a:moveTo>
                <a:lnTo>
                  <a:pt x="19305538" y="0"/>
                </a:lnTo>
                <a:lnTo>
                  <a:pt x="19305538" y="3249078"/>
                </a:lnTo>
                <a:lnTo>
                  <a:pt x="0" y="3249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9310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284248" y="-713185"/>
            <a:ext cx="1488904" cy="1931362"/>
          </a:xfrm>
          <a:custGeom>
            <a:avLst/>
            <a:gdLst/>
            <a:ahLst/>
            <a:cxnLst/>
            <a:rect l="l" t="t" r="r" b="b"/>
            <a:pathLst>
              <a:path w="1488904" h="1931362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-744452" y="252496"/>
            <a:ext cx="1488904" cy="1931362"/>
          </a:xfrm>
          <a:custGeom>
            <a:avLst/>
            <a:gdLst/>
            <a:ahLst/>
            <a:cxnLst/>
            <a:rect l="l" t="t" r="r" b="b"/>
            <a:pathLst>
              <a:path w="1488904" h="1931362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6293998" y="8734875"/>
            <a:ext cx="2476208" cy="3212062"/>
          </a:xfrm>
          <a:custGeom>
            <a:avLst/>
            <a:gdLst/>
            <a:ahLst/>
            <a:cxnLst/>
            <a:rect l="l" t="t" r="r" b="b"/>
            <a:pathLst>
              <a:path w="2476208" h="3212062">
                <a:moveTo>
                  <a:pt x="0" y="0"/>
                </a:moveTo>
                <a:lnTo>
                  <a:pt x="2476208" y="0"/>
                </a:lnTo>
                <a:lnTo>
                  <a:pt x="2476208" y="3212061"/>
                </a:lnTo>
                <a:lnTo>
                  <a:pt x="0" y="3212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9" name="Group 9"/>
          <p:cNvGrpSpPr/>
          <p:nvPr/>
        </p:nvGrpSpPr>
        <p:grpSpPr>
          <a:xfrm>
            <a:off x="4835870" y="1028700"/>
            <a:ext cx="8162058" cy="9137847"/>
            <a:chOff x="0" y="0"/>
            <a:chExt cx="2149678" cy="24066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49678" cy="2406676"/>
            </a:xfrm>
            <a:custGeom>
              <a:avLst/>
              <a:gdLst/>
              <a:ahLst/>
              <a:cxnLst/>
              <a:rect l="l" t="t" r="r" b="b"/>
              <a:pathLst>
                <a:path w="2149678" h="2406676">
                  <a:moveTo>
                    <a:pt x="48375" y="0"/>
                  </a:moveTo>
                  <a:lnTo>
                    <a:pt x="2101303" y="0"/>
                  </a:lnTo>
                  <a:cubicBezTo>
                    <a:pt x="2128020" y="0"/>
                    <a:pt x="2149678" y="21658"/>
                    <a:pt x="2149678" y="48375"/>
                  </a:cubicBezTo>
                  <a:lnTo>
                    <a:pt x="2149678" y="2358301"/>
                  </a:lnTo>
                  <a:cubicBezTo>
                    <a:pt x="2149678" y="2371131"/>
                    <a:pt x="2144581" y="2383435"/>
                    <a:pt x="2135509" y="2392507"/>
                  </a:cubicBezTo>
                  <a:cubicBezTo>
                    <a:pt x="2126437" y="2401579"/>
                    <a:pt x="2114133" y="2406676"/>
                    <a:pt x="2101303" y="2406676"/>
                  </a:cubicBezTo>
                  <a:lnTo>
                    <a:pt x="48375" y="2406676"/>
                  </a:lnTo>
                  <a:cubicBezTo>
                    <a:pt x="35545" y="2406676"/>
                    <a:pt x="23241" y="2401579"/>
                    <a:pt x="14169" y="2392507"/>
                  </a:cubicBezTo>
                  <a:cubicBezTo>
                    <a:pt x="5097" y="2383435"/>
                    <a:pt x="0" y="2371131"/>
                    <a:pt x="0" y="2358301"/>
                  </a:cubicBezTo>
                  <a:lnTo>
                    <a:pt x="0" y="48375"/>
                  </a:lnTo>
                  <a:cubicBezTo>
                    <a:pt x="0" y="35545"/>
                    <a:pt x="5097" y="23241"/>
                    <a:pt x="14169" y="14169"/>
                  </a:cubicBezTo>
                  <a:cubicBezTo>
                    <a:pt x="23241" y="5097"/>
                    <a:pt x="35545" y="0"/>
                    <a:pt x="48375" y="0"/>
                  </a:cubicBezTo>
                  <a:close/>
                </a:path>
              </a:pathLst>
            </a:custGeom>
            <a:solidFill>
              <a:srgbClr val="FF717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149678" cy="2397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008615" y="0"/>
            <a:ext cx="3279385" cy="806182"/>
          </a:xfrm>
          <a:custGeom>
            <a:avLst/>
            <a:gdLst/>
            <a:ahLst/>
            <a:cxnLst/>
            <a:rect l="l" t="t" r="r" b="b"/>
            <a:pathLst>
              <a:path w="3279385" h="806182">
                <a:moveTo>
                  <a:pt x="0" y="0"/>
                </a:moveTo>
                <a:lnTo>
                  <a:pt x="3279385" y="0"/>
                </a:lnTo>
                <a:lnTo>
                  <a:pt x="3279385" y="806182"/>
                </a:lnTo>
                <a:lnTo>
                  <a:pt x="0" y="8061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4981655" y="-33987"/>
            <a:ext cx="8324690" cy="1252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sz="7327" b="1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CARTA GANTT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7405145-8A38-4402-B21A-19C0633062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1226" y="1152690"/>
            <a:ext cx="7591345" cy="8889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3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0950" y="-2033784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10151301">
            <a:off x="11164674" y="6546853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-1446812" y="7841762"/>
            <a:ext cx="5482705" cy="4884592"/>
          </a:xfrm>
          <a:custGeom>
            <a:avLst/>
            <a:gdLst/>
            <a:ahLst/>
            <a:cxnLst/>
            <a:rect l="l" t="t" r="r" b="b"/>
            <a:pathLst>
              <a:path w="5482705" h="4884592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10452176">
            <a:off x="15012576" y="-2759682"/>
            <a:ext cx="5482705" cy="4884592"/>
          </a:xfrm>
          <a:custGeom>
            <a:avLst/>
            <a:gdLst/>
            <a:ahLst/>
            <a:cxnLst/>
            <a:rect l="l" t="t" r="r" b="b"/>
            <a:pathLst>
              <a:path w="5482705" h="4884592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0" y="48586"/>
            <a:ext cx="3279385" cy="806182"/>
          </a:xfrm>
          <a:custGeom>
            <a:avLst/>
            <a:gdLst/>
            <a:ahLst/>
            <a:cxnLst/>
            <a:rect l="l" t="t" r="r" b="b"/>
            <a:pathLst>
              <a:path w="3279385" h="806182">
                <a:moveTo>
                  <a:pt x="0" y="0"/>
                </a:moveTo>
                <a:lnTo>
                  <a:pt x="3279385" y="0"/>
                </a:lnTo>
                <a:lnTo>
                  <a:pt x="3279385" y="806182"/>
                </a:lnTo>
                <a:lnTo>
                  <a:pt x="0" y="806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2967241" y="1366327"/>
            <a:ext cx="12353518" cy="8132733"/>
          </a:xfrm>
          <a:custGeom>
            <a:avLst/>
            <a:gdLst/>
            <a:ahLst/>
            <a:cxnLst/>
            <a:rect l="l" t="t" r="r" b="b"/>
            <a:pathLst>
              <a:path w="12353518" h="8132733">
                <a:moveTo>
                  <a:pt x="0" y="0"/>
                </a:moveTo>
                <a:lnTo>
                  <a:pt x="12353518" y="0"/>
                </a:lnTo>
                <a:lnTo>
                  <a:pt x="12353518" y="8132733"/>
                </a:lnTo>
                <a:lnTo>
                  <a:pt x="0" y="81327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74" r="-187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6475840" y="327852"/>
            <a:ext cx="11278089" cy="107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89"/>
              </a:lnSpc>
            </a:pPr>
            <a:r>
              <a:rPr lang="en-US" sz="6278" b="1" spc="590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DIAGRAMA CASO DE USO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8131" y="7173582"/>
            <a:ext cx="7641686" cy="6808048"/>
          </a:xfrm>
          <a:custGeom>
            <a:avLst/>
            <a:gdLst/>
            <a:ahLst/>
            <a:cxnLst/>
            <a:rect l="l" t="t" r="r" b="b"/>
            <a:pathLst>
              <a:path w="7641686" h="6808048">
                <a:moveTo>
                  <a:pt x="0" y="0"/>
                </a:moveTo>
                <a:lnTo>
                  <a:pt x="7641686" y="0"/>
                </a:lnTo>
                <a:lnTo>
                  <a:pt x="7641686" y="6808048"/>
                </a:lnTo>
                <a:lnTo>
                  <a:pt x="0" y="6808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1849738" y="-4940726"/>
            <a:ext cx="7641686" cy="6808048"/>
          </a:xfrm>
          <a:custGeom>
            <a:avLst/>
            <a:gdLst/>
            <a:ahLst/>
            <a:cxnLst/>
            <a:rect l="l" t="t" r="r" b="b"/>
            <a:pathLst>
              <a:path w="7641686" h="6808048">
                <a:moveTo>
                  <a:pt x="0" y="0"/>
                </a:moveTo>
                <a:lnTo>
                  <a:pt x="7641686" y="0"/>
                </a:lnTo>
                <a:lnTo>
                  <a:pt x="7641686" y="6808048"/>
                </a:lnTo>
                <a:lnTo>
                  <a:pt x="0" y="6808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-8798399">
            <a:off x="13156923" y="1016610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-8798399">
            <a:off x="-2994864" y="-8645988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6" name="Group 6"/>
          <p:cNvGrpSpPr/>
          <p:nvPr/>
        </p:nvGrpSpPr>
        <p:grpSpPr>
          <a:xfrm>
            <a:off x="10350238" y="165255"/>
            <a:ext cx="6232665" cy="9956491"/>
            <a:chOff x="0" y="0"/>
            <a:chExt cx="2019680" cy="32263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9680" cy="3226377"/>
            </a:xfrm>
            <a:custGeom>
              <a:avLst/>
              <a:gdLst/>
              <a:ahLst/>
              <a:cxnLst/>
              <a:rect l="l" t="t" r="r" b="b"/>
              <a:pathLst>
                <a:path w="2019680" h="3226377">
                  <a:moveTo>
                    <a:pt x="48444" y="0"/>
                  </a:moveTo>
                  <a:lnTo>
                    <a:pt x="1971236" y="0"/>
                  </a:lnTo>
                  <a:cubicBezTo>
                    <a:pt x="1984084" y="0"/>
                    <a:pt x="1996406" y="5104"/>
                    <a:pt x="2005491" y="14189"/>
                  </a:cubicBezTo>
                  <a:cubicBezTo>
                    <a:pt x="2014576" y="23274"/>
                    <a:pt x="2019680" y="35596"/>
                    <a:pt x="2019680" y="48444"/>
                  </a:cubicBezTo>
                  <a:lnTo>
                    <a:pt x="2019680" y="3177933"/>
                  </a:lnTo>
                  <a:cubicBezTo>
                    <a:pt x="2019680" y="3204687"/>
                    <a:pt x="1997991" y="3226377"/>
                    <a:pt x="1971236" y="3226377"/>
                  </a:cubicBezTo>
                  <a:lnTo>
                    <a:pt x="48444" y="3226377"/>
                  </a:lnTo>
                  <a:cubicBezTo>
                    <a:pt x="21689" y="3226377"/>
                    <a:pt x="0" y="3204687"/>
                    <a:pt x="0" y="3177933"/>
                  </a:cubicBezTo>
                  <a:lnTo>
                    <a:pt x="0" y="48444"/>
                  </a:lnTo>
                  <a:cubicBezTo>
                    <a:pt x="0" y="21689"/>
                    <a:pt x="21689" y="0"/>
                    <a:pt x="48444" y="0"/>
                  </a:cubicBezTo>
                  <a:close/>
                </a:path>
              </a:pathLst>
            </a:custGeom>
            <a:solidFill>
              <a:srgbClr val="293239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2019680" cy="3216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9961243">
            <a:off x="12217193" y="-3026777"/>
            <a:ext cx="10084214" cy="8727429"/>
          </a:xfrm>
          <a:custGeom>
            <a:avLst/>
            <a:gdLst/>
            <a:ahLst/>
            <a:cxnLst/>
            <a:rect l="l" t="t" r="r" b="b"/>
            <a:pathLst>
              <a:path w="10084214" h="8727429">
                <a:moveTo>
                  <a:pt x="0" y="0"/>
                </a:moveTo>
                <a:lnTo>
                  <a:pt x="10084214" y="0"/>
                </a:lnTo>
                <a:lnTo>
                  <a:pt x="10084214" y="8727429"/>
                </a:lnTo>
                <a:lnTo>
                  <a:pt x="0" y="8727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 rot="-976001">
            <a:off x="-4614341" y="5979010"/>
            <a:ext cx="9228681" cy="7987004"/>
          </a:xfrm>
          <a:custGeom>
            <a:avLst/>
            <a:gdLst/>
            <a:ahLst/>
            <a:cxnLst/>
            <a:rect l="l" t="t" r="r" b="b"/>
            <a:pathLst>
              <a:path w="9228681" h="7987004">
                <a:moveTo>
                  <a:pt x="0" y="0"/>
                </a:moveTo>
                <a:lnTo>
                  <a:pt x="9228682" y="0"/>
                </a:lnTo>
                <a:lnTo>
                  <a:pt x="9228682" y="7987004"/>
                </a:lnTo>
                <a:lnTo>
                  <a:pt x="0" y="79870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0" y="48586"/>
            <a:ext cx="3279385" cy="806182"/>
          </a:xfrm>
          <a:custGeom>
            <a:avLst/>
            <a:gdLst/>
            <a:ahLst/>
            <a:cxnLst/>
            <a:rect l="l" t="t" r="r" b="b"/>
            <a:pathLst>
              <a:path w="3279385" h="806182">
                <a:moveTo>
                  <a:pt x="0" y="0"/>
                </a:moveTo>
                <a:lnTo>
                  <a:pt x="3279385" y="0"/>
                </a:lnTo>
                <a:lnTo>
                  <a:pt x="3279385" y="806182"/>
                </a:lnTo>
                <a:lnTo>
                  <a:pt x="0" y="8061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10739990" y="454899"/>
            <a:ext cx="5394331" cy="9366136"/>
          </a:xfrm>
          <a:custGeom>
            <a:avLst/>
            <a:gdLst/>
            <a:ahLst/>
            <a:cxnLst/>
            <a:rect l="l" t="t" r="r" b="b"/>
            <a:pathLst>
              <a:path w="5394331" h="9366136">
                <a:moveTo>
                  <a:pt x="0" y="0"/>
                </a:moveTo>
                <a:lnTo>
                  <a:pt x="5394331" y="0"/>
                </a:lnTo>
                <a:lnTo>
                  <a:pt x="5394331" y="9366136"/>
                </a:lnTo>
                <a:lnTo>
                  <a:pt x="0" y="93661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3" name="Group 13"/>
          <p:cNvGrpSpPr/>
          <p:nvPr/>
        </p:nvGrpSpPr>
        <p:grpSpPr>
          <a:xfrm>
            <a:off x="1111618" y="3912462"/>
            <a:ext cx="9456025" cy="4842312"/>
            <a:chOff x="0" y="0"/>
            <a:chExt cx="3064202" cy="156913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64202" cy="1569139"/>
            </a:xfrm>
            <a:custGeom>
              <a:avLst/>
              <a:gdLst/>
              <a:ahLst/>
              <a:cxnLst/>
              <a:rect l="l" t="t" r="r" b="b"/>
              <a:pathLst>
                <a:path w="3064202" h="1569139">
                  <a:moveTo>
                    <a:pt x="31930" y="0"/>
                  </a:moveTo>
                  <a:lnTo>
                    <a:pt x="3032272" y="0"/>
                  </a:lnTo>
                  <a:cubicBezTo>
                    <a:pt x="3040740" y="0"/>
                    <a:pt x="3048862" y="3364"/>
                    <a:pt x="3054850" y="9352"/>
                  </a:cubicBezTo>
                  <a:cubicBezTo>
                    <a:pt x="3060838" y="15340"/>
                    <a:pt x="3064202" y="23462"/>
                    <a:pt x="3064202" y="31930"/>
                  </a:cubicBezTo>
                  <a:lnTo>
                    <a:pt x="3064202" y="1537209"/>
                  </a:lnTo>
                  <a:cubicBezTo>
                    <a:pt x="3064202" y="1554844"/>
                    <a:pt x="3049906" y="1569139"/>
                    <a:pt x="3032272" y="1569139"/>
                  </a:cubicBezTo>
                  <a:lnTo>
                    <a:pt x="31930" y="1569139"/>
                  </a:lnTo>
                  <a:cubicBezTo>
                    <a:pt x="23462" y="1569139"/>
                    <a:pt x="15340" y="1565775"/>
                    <a:pt x="9352" y="1559787"/>
                  </a:cubicBezTo>
                  <a:cubicBezTo>
                    <a:pt x="3364" y="1553799"/>
                    <a:pt x="0" y="1545677"/>
                    <a:pt x="0" y="1537209"/>
                  </a:cubicBezTo>
                  <a:lnTo>
                    <a:pt x="0" y="31930"/>
                  </a:lnTo>
                  <a:cubicBezTo>
                    <a:pt x="0" y="14296"/>
                    <a:pt x="14296" y="0"/>
                    <a:pt x="31930" y="0"/>
                  </a:cubicBezTo>
                  <a:close/>
                </a:path>
              </a:pathLst>
            </a:custGeom>
            <a:solidFill>
              <a:srgbClr val="293239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3064202" cy="1559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277561" y="4051210"/>
            <a:ext cx="9050522" cy="4581827"/>
          </a:xfrm>
          <a:custGeom>
            <a:avLst/>
            <a:gdLst/>
            <a:ahLst/>
            <a:cxnLst/>
            <a:rect l="l" t="t" r="r" b="b"/>
            <a:pathLst>
              <a:path w="9050522" h="4581827">
                <a:moveTo>
                  <a:pt x="0" y="0"/>
                </a:moveTo>
                <a:lnTo>
                  <a:pt x="9050522" y="0"/>
                </a:lnTo>
                <a:lnTo>
                  <a:pt x="9050522" y="4581827"/>
                </a:lnTo>
                <a:lnTo>
                  <a:pt x="0" y="45818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17"/>
          <p:cNvSpPr txBox="1"/>
          <p:nvPr/>
        </p:nvSpPr>
        <p:spPr>
          <a:xfrm>
            <a:off x="438131" y="1753662"/>
            <a:ext cx="8324690" cy="125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sz="7327" b="1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 SOFTWARE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111" y="923925"/>
            <a:ext cx="6460548" cy="966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ARQUITECTURA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-1580379"/>
            <a:ext cx="19050326" cy="5975359"/>
            <a:chOff x="0" y="0"/>
            <a:chExt cx="5017370" cy="15737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17370" cy="1573757"/>
            </a:xfrm>
            <a:custGeom>
              <a:avLst/>
              <a:gdLst/>
              <a:ahLst/>
              <a:cxnLst/>
              <a:rect l="l" t="t" r="r" b="b"/>
              <a:pathLst>
                <a:path w="5017370" h="1573757">
                  <a:moveTo>
                    <a:pt x="0" y="0"/>
                  </a:moveTo>
                  <a:lnTo>
                    <a:pt x="5017370" y="0"/>
                  </a:lnTo>
                  <a:lnTo>
                    <a:pt x="5017370" y="1573757"/>
                  </a:lnTo>
                  <a:lnTo>
                    <a:pt x="0" y="1573757"/>
                  </a:lnTo>
                  <a:close/>
                </a:path>
              </a:pathLst>
            </a:custGeom>
            <a:solidFill>
              <a:srgbClr val="29323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5017370" cy="1564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719458">
            <a:off x="-508769" y="3878032"/>
            <a:ext cx="19305539" cy="3249078"/>
          </a:xfrm>
          <a:custGeom>
            <a:avLst/>
            <a:gdLst/>
            <a:ahLst/>
            <a:cxnLst/>
            <a:rect l="l" t="t" r="r" b="b"/>
            <a:pathLst>
              <a:path w="19305539" h="3249078">
                <a:moveTo>
                  <a:pt x="0" y="0"/>
                </a:moveTo>
                <a:lnTo>
                  <a:pt x="19305538" y="0"/>
                </a:lnTo>
                <a:lnTo>
                  <a:pt x="19305538" y="3249078"/>
                </a:lnTo>
                <a:lnTo>
                  <a:pt x="0" y="3249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9310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284248" y="-713185"/>
            <a:ext cx="1488904" cy="1931362"/>
          </a:xfrm>
          <a:custGeom>
            <a:avLst/>
            <a:gdLst/>
            <a:ahLst/>
            <a:cxnLst/>
            <a:rect l="l" t="t" r="r" b="b"/>
            <a:pathLst>
              <a:path w="1488904" h="1931362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-744452" y="252496"/>
            <a:ext cx="1488904" cy="1931362"/>
          </a:xfrm>
          <a:custGeom>
            <a:avLst/>
            <a:gdLst/>
            <a:ahLst/>
            <a:cxnLst/>
            <a:rect l="l" t="t" r="r" b="b"/>
            <a:pathLst>
              <a:path w="1488904" h="1931362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6293998" y="8734875"/>
            <a:ext cx="2476208" cy="3212062"/>
          </a:xfrm>
          <a:custGeom>
            <a:avLst/>
            <a:gdLst/>
            <a:ahLst/>
            <a:cxnLst/>
            <a:rect l="l" t="t" r="r" b="b"/>
            <a:pathLst>
              <a:path w="2476208" h="3212062">
                <a:moveTo>
                  <a:pt x="0" y="0"/>
                </a:moveTo>
                <a:lnTo>
                  <a:pt x="2476208" y="0"/>
                </a:lnTo>
                <a:lnTo>
                  <a:pt x="2476208" y="3212061"/>
                </a:lnTo>
                <a:lnTo>
                  <a:pt x="0" y="3212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9" name="Group 9"/>
          <p:cNvGrpSpPr/>
          <p:nvPr/>
        </p:nvGrpSpPr>
        <p:grpSpPr>
          <a:xfrm>
            <a:off x="744452" y="1866900"/>
            <a:ext cx="16282971" cy="8382000"/>
            <a:chOff x="0" y="0"/>
            <a:chExt cx="4152585" cy="19132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52585" cy="1913299"/>
            </a:xfrm>
            <a:custGeom>
              <a:avLst/>
              <a:gdLst/>
              <a:ahLst/>
              <a:cxnLst/>
              <a:rect l="l" t="t" r="r" b="b"/>
              <a:pathLst>
                <a:path w="4152585" h="1913299">
                  <a:moveTo>
                    <a:pt x="25042" y="0"/>
                  </a:moveTo>
                  <a:lnTo>
                    <a:pt x="4127543" y="0"/>
                  </a:lnTo>
                  <a:cubicBezTo>
                    <a:pt x="4134184" y="0"/>
                    <a:pt x="4140554" y="2638"/>
                    <a:pt x="4145250" y="7335"/>
                  </a:cubicBezTo>
                  <a:cubicBezTo>
                    <a:pt x="4149947" y="12031"/>
                    <a:pt x="4152585" y="18401"/>
                    <a:pt x="4152585" y="25042"/>
                  </a:cubicBezTo>
                  <a:lnTo>
                    <a:pt x="4152585" y="1888256"/>
                  </a:lnTo>
                  <a:cubicBezTo>
                    <a:pt x="4152585" y="1902087"/>
                    <a:pt x="4141374" y="1913299"/>
                    <a:pt x="4127543" y="1913299"/>
                  </a:cubicBezTo>
                  <a:lnTo>
                    <a:pt x="25042" y="1913299"/>
                  </a:lnTo>
                  <a:cubicBezTo>
                    <a:pt x="18401" y="1913299"/>
                    <a:pt x="12031" y="1910660"/>
                    <a:pt x="7335" y="1905964"/>
                  </a:cubicBezTo>
                  <a:cubicBezTo>
                    <a:pt x="2638" y="1901268"/>
                    <a:pt x="0" y="1894898"/>
                    <a:pt x="0" y="1888256"/>
                  </a:cubicBezTo>
                  <a:lnTo>
                    <a:pt x="0" y="25042"/>
                  </a:lnTo>
                  <a:cubicBezTo>
                    <a:pt x="0" y="18401"/>
                    <a:pt x="2638" y="12031"/>
                    <a:pt x="7335" y="7335"/>
                  </a:cubicBezTo>
                  <a:cubicBezTo>
                    <a:pt x="12031" y="2638"/>
                    <a:pt x="18401" y="0"/>
                    <a:pt x="25042" y="0"/>
                  </a:cubicBezTo>
                  <a:close/>
                </a:path>
              </a:pathLst>
            </a:custGeom>
            <a:solidFill>
              <a:srgbClr val="FF717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4152585" cy="1903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008615" y="0"/>
            <a:ext cx="3279385" cy="806182"/>
          </a:xfrm>
          <a:custGeom>
            <a:avLst/>
            <a:gdLst/>
            <a:ahLst/>
            <a:cxnLst/>
            <a:rect l="l" t="t" r="r" b="b"/>
            <a:pathLst>
              <a:path w="3279385" h="806182">
                <a:moveTo>
                  <a:pt x="0" y="0"/>
                </a:moveTo>
                <a:lnTo>
                  <a:pt x="3279385" y="0"/>
                </a:lnTo>
                <a:lnTo>
                  <a:pt x="3279385" y="806182"/>
                </a:lnTo>
                <a:lnTo>
                  <a:pt x="0" y="8061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3973697" y="331181"/>
            <a:ext cx="9886404" cy="1252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sz="7327" b="1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MODELO DE DATOS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7DA6A32B-D3DC-4497-A02B-6461FACC6F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96387DAA-40E1-4957-A488-6194289E3A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822" y="2096908"/>
            <a:ext cx="15865645" cy="78364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35367" y="4370394"/>
            <a:ext cx="9817265" cy="1746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67"/>
              </a:lnSpc>
            </a:pPr>
            <a:r>
              <a:rPr lang="en-US" sz="7327" b="1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TEGNOLOGIA USADA</a:t>
            </a:r>
          </a:p>
        </p:txBody>
      </p:sp>
      <p:sp>
        <p:nvSpPr>
          <p:cNvPr id="3" name="Freeform 3"/>
          <p:cNvSpPr/>
          <p:nvPr/>
        </p:nvSpPr>
        <p:spPr>
          <a:xfrm>
            <a:off x="-290950" y="-2033784"/>
            <a:ext cx="5544196" cy="5181303"/>
          </a:xfrm>
          <a:custGeom>
            <a:avLst/>
            <a:gdLst/>
            <a:ahLst/>
            <a:cxnLst/>
            <a:rect l="l" t="t" r="r" b="b"/>
            <a:pathLst>
              <a:path w="5544196" h="5181303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-9354559">
            <a:off x="12207201" y="5475509"/>
            <a:ext cx="8367389" cy="7819705"/>
          </a:xfrm>
          <a:custGeom>
            <a:avLst/>
            <a:gdLst/>
            <a:ahLst/>
            <a:cxnLst/>
            <a:rect l="l" t="t" r="r" b="b"/>
            <a:pathLst>
              <a:path w="8367389" h="7819705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5400000">
            <a:off x="13112837" y="-165991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rot="-5521968">
            <a:off x="-1614569" y="6194806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0" y="48586"/>
            <a:ext cx="3279385" cy="806182"/>
          </a:xfrm>
          <a:custGeom>
            <a:avLst/>
            <a:gdLst/>
            <a:ahLst/>
            <a:cxnLst/>
            <a:rect l="l" t="t" r="r" b="b"/>
            <a:pathLst>
              <a:path w="3279385" h="806182">
                <a:moveTo>
                  <a:pt x="0" y="0"/>
                </a:moveTo>
                <a:lnTo>
                  <a:pt x="3279385" y="0"/>
                </a:lnTo>
                <a:lnTo>
                  <a:pt x="3279385" y="806182"/>
                </a:lnTo>
                <a:lnTo>
                  <a:pt x="0" y="806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3518584" y="5873638"/>
            <a:ext cx="4236323" cy="2647702"/>
          </a:xfrm>
          <a:custGeom>
            <a:avLst/>
            <a:gdLst/>
            <a:ahLst/>
            <a:cxnLst/>
            <a:rect l="l" t="t" r="r" b="b"/>
            <a:pathLst>
              <a:path w="4236323" h="2647702">
                <a:moveTo>
                  <a:pt x="0" y="0"/>
                </a:moveTo>
                <a:lnTo>
                  <a:pt x="4236323" y="0"/>
                </a:lnTo>
                <a:lnTo>
                  <a:pt x="4236323" y="2647702"/>
                </a:lnTo>
                <a:lnTo>
                  <a:pt x="0" y="26477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663489" y="2269998"/>
            <a:ext cx="3384662" cy="3384662"/>
          </a:xfrm>
          <a:custGeom>
            <a:avLst/>
            <a:gdLst/>
            <a:ahLst/>
            <a:cxnLst/>
            <a:rect l="l" t="t" r="r" b="b"/>
            <a:pathLst>
              <a:path w="3384662" h="3384662">
                <a:moveTo>
                  <a:pt x="0" y="0"/>
                </a:moveTo>
                <a:lnTo>
                  <a:pt x="3384662" y="0"/>
                </a:lnTo>
                <a:lnTo>
                  <a:pt x="3384662" y="3384663"/>
                </a:lnTo>
                <a:lnTo>
                  <a:pt x="0" y="33846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587054" y="6116631"/>
            <a:ext cx="3384662" cy="3384662"/>
          </a:xfrm>
          <a:custGeom>
            <a:avLst/>
            <a:gdLst/>
            <a:ahLst/>
            <a:cxnLst/>
            <a:rect l="l" t="t" r="r" b="b"/>
            <a:pathLst>
              <a:path w="3384662" h="3384662">
                <a:moveTo>
                  <a:pt x="0" y="0"/>
                </a:moveTo>
                <a:lnTo>
                  <a:pt x="3384662" y="0"/>
                </a:lnTo>
                <a:lnTo>
                  <a:pt x="3384662" y="3384662"/>
                </a:lnTo>
                <a:lnTo>
                  <a:pt x="0" y="33846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3327401" y="2923716"/>
            <a:ext cx="4396249" cy="2077227"/>
          </a:xfrm>
          <a:custGeom>
            <a:avLst/>
            <a:gdLst/>
            <a:ahLst/>
            <a:cxnLst/>
            <a:rect l="l" t="t" r="r" b="b"/>
            <a:pathLst>
              <a:path w="4396249" h="2077227">
                <a:moveTo>
                  <a:pt x="0" y="0"/>
                </a:moveTo>
                <a:lnTo>
                  <a:pt x="4396249" y="0"/>
                </a:lnTo>
                <a:lnTo>
                  <a:pt x="4396249" y="2077227"/>
                </a:lnTo>
                <a:lnTo>
                  <a:pt x="0" y="20772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7636446" y="6669081"/>
            <a:ext cx="3015109" cy="3015109"/>
          </a:xfrm>
          <a:custGeom>
            <a:avLst/>
            <a:gdLst/>
            <a:ahLst/>
            <a:cxnLst/>
            <a:rect l="l" t="t" r="r" b="b"/>
            <a:pathLst>
              <a:path w="3015109" h="3015109">
                <a:moveTo>
                  <a:pt x="0" y="0"/>
                </a:moveTo>
                <a:lnTo>
                  <a:pt x="3015108" y="0"/>
                </a:lnTo>
                <a:lnTo>
                  <a:pt x="3015108" y="3015108"/>
                </a:lnTo>
                <a:lnTo>
                  <a:pt x="0" y="30151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7915707" y="922077"/>
            <a:ext cx="2456586" cy="2695842"/>
          </a:xfrm>
          <a:custGeom>
            <a:avLst/>
            <a:gdLst/>
            <a:ahLst/>
            <a:cxnLst/>
            <a:rect l="l" t="t" r="r" b="b"/>
            <a:pathLst>
              <a:path w="2456586" h="2695842">
                <a:moveTo>
                  <a:pt x="0" y="0"/>
                </a:moveTo>
                <a:lnTo>
                  <a:pt x="2456586" y="0"/>
                </a:lnTo>
                <a:lnTo>
                  <a:pt x="2456586" y="2695842"/>
                </a:lnTo>
                <a:lnTo>
                  <a:pt x="0" y="26958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-1580379"/>
            <a:ext cx="19050326" cy="6723879"/>
            <a:chOff x="0" y="0"/>
            <a:chExt cx="5017370" cy="17708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17370" cy="1770898"/>
            </a:xfrm>
            <a:custGeom>
              <a:avLst/>
              <a:gdLst/>
              <a:ahLst/>
              <a:cxnLst/>
              <a:rect l="l" t="t" r="r" b="b"/>
              <a:pathLst>
                <a:path w="5017370" h="1770898">
                  <a:moveTo>
                    <a:pt x="0" y="0"/>
                  </a:moveTo>
                  <a:lnTo>
                    <a:pt x="5017370" y="0"/>
                  </a:lnTo>
                  <a:lnTo>
                    <a:pt x="5017370" y="1770898"/>
                  </a:lnTo>
                  <a:lnTo>
                    <a:pt x="0" y="1770898"/>
                  </a:lnTo>
                  <a:close/>
                </a:path>
              </a:pathLst>
            </a:custGeom>
            <a:solidFill>
              <a:srgbClr val="29323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5017370" cy="1761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719458">
            <a:off x="-570741" y="4814231"/>
            <a:ext cx="19305539" cy="3249078"/>
          </a:xfrm>
          <a:custGeom>
            <a:avLst/>
            <a:gdLst/>
            <a:ahLst/>
            <a:cxnLst/>
            <a:rect l="l" t="t" r="r" b="b"/>
            <a:pathLst>
              <a:path w="19305539" h="3249078">
                <a:moveTo>
                  <a:pt x="0" y="0"/>
                </a:moveTo>
                <a:lnTo>
                  <a:pt x="19305539" y="0"/>
                </a:lnTo>
                <a:lnTo>
                  <a:pt x="19305539" y="3249078"/>
                </a:lnTo>
                <a:lnTo>
                  <a:pt x="0" y="3249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9310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284248" y="-713185"/>
            <a:ext cx="1488904" cy="1931362"/>
          </a:xfrm>
          <a:custGeom>
            <a:avLst/>
            <a:gdLst/>
            <a:ahLst/>
            <a:cxnLst/>
            <a:rect l="l" t="t" r="r" b="b"/>
            <a:pathLst>
              <a:path w="1488904" h="1931362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-744452" y="252496"/>
            <a:ext cx="1488904" cy="1931362"/>
          </a:xfrm>
          <a:custGeom>
            <a:avLst/>
            <a:gdLst/>
            <a:ahLst/>
            <a:cxnLst/>
            <a:rect l="l" t="t" r="r" b="b"/>
            <a:pathLst>
              <a:path w="1488904" h="1931362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6293998" y="8734875"/>
            <a:ext cx="2476208" cy="3212062"/>
          </a:xfrm>
          <a:custGeom>
            <a:avLst/>
            <a:gdLst/>
            <a:ahLst/>
            <a:cxnLst/>
            <a:rect l="l" t="t" r="r" b="b"/>
            <a:pathLst>
              <a:path w="2476208" h="3212062">
                <a:moveTo>
                  <a:pt x="0" y="0"/>
                </a:moveTo>
                <a:lnTo>
                  <a:pt x="2476208" y="0"/>
                </a:lnTo>
                <a:lnTo>
                  <a:pt x="2476208" y="3212061"/>
                </a:lnTo>
                <a:lnTo>
                  <a:pt x="0" y="3212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5008615" y="0"/>
            <a:ext cx="3279385" cy="806182"/>
          </a:xfrm>
          <a:custGeom>
            <a:avLst/>
            <a:gdLst/>
            <a:ahLst/>
            <a:cxnLst/>
            <a:rect l="l" t="t" r="r" b="b"/>
            <a:pathLst>
              <a:path w="3279385" h="806182">
                <a:moveTo>
                  <a:pt x="0" y="0"/>
                </a:moveTo>
                <a:lnTo>
                  <a:pt x="3279385" y="0"/>
                </a:lnTo>
                <a:lnTo>
                  <a:pt x="3279385" y="806182"/>
                </a:lnTo>
                <a:lnTo>
                  <a:pt x="0" y="8061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1773152" y="2821840"/>
            <a:ext cx="14883890" cy="254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sz="7327" b="1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DEMOSTRACIÓN DEL RESULTADO DEL PROYECTO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3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0950" y="-2033784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10151301">
            <a:off x="11164674" y="6546853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2888174" y="4327609"/>
            <a:ext cx="12635250" cy="1211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841"/>
              </a:lnSpc>
            </a:pPr>
            <a:r>
              <a:rPr lang="en-US" sz="7029" spc="660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OBSTACULOS PRESENTES</a:t>
            </a:r>
          </a:p>
        </p:txBody>
      </p:sp>
      <p:sp>
        <p:nvSpPr>
          <p:cNvPr id="5" name="Freeform 5"/>
          <p:cNvSpPr/>
          <p:nvPr/>
        </p:nvSpPr>
        <p:spPr>
          <a:xfrm>
            <a:off x="-1446812" y="7841762"/>
            <a:ext cx="5482705" cy="4884592"/>
          </a:xfrm>
          <a:custGeom>
            <a:avLst/>
            <a:gdLst/>
            <a:ahLst/>
            <a:cxnLst/>
            <a:rect l="l" t="t" r="r" b="b"/>
            <a:pathLst>
              <a:path w="5482705" h="4884592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rot="10452176">
            <a:off x="15012576" y="-2759682"/>
            <a:ext cx="5482705" cy="4884592"/>
          </a:xfrm>
          <a:custGeom>
            <a:avLst/>
            <a:gdLst/>
            <a:ahLst/>
            <a:cxnLst/>
            <a:rect l="l" t="t" r="r" b="b"/>
            <a:pathLst>
              <a:path w="5482705" h="4884592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2709630" y="5402621"/>
            <a:ext cx="12868741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080"/>
              </a:lnSpc>
            </a:pPr>
            <a:r>
              <a:rPr lang="en-US" sz="7200" b="1" spc="676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DURANTE EL DESARROLLO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48586"/>
            <a:ext cx="3279385" cy="806182"/>
          </a:xfrm>
          <a:custGeom>
            <a:avLst/>
            <a:gdLst/>
            <a:ahLst/>
            <a:cxnLst/>
            <a:rect l="l" t="t" r="r" b="b"/>
            <a:pathLst>
              <a:path w="3279385" h="806182">
                <a:moveTo>
                  <a:pt x="0" y="0"/>
                </a:moveTo>
                <a:lnTo>
                  <a:pt x="3279385" y="0"/>
                </a:lnTo>
                <a:lnTo>
                  <a:pt x="3279385" y="806182"/>
                </a:lnTo>
                <a:lnTo>
                  <a:pt x="0" y="806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3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478627" y="1685723"/>
            <a:ext cx="0" cy="6915554"/>
          </a:xfrm>
          <a:prstGeom prst="line">
            <a:avLst/>
          </a:prstGeom>
          <a:ln w="66675" cap="flat">
            <a:solidFill>
              <a:srgbClr val="D2E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5400000">
            <a:off x="9533486" y="55002"/>
            <a:ext cx="10116277" cy="9454121"/>
          </a:xfrm>
          <a:custGeom>
            <a:avLst/>
            <a:gdLst/>
            <a:ahLst/>
            <a:cxnLst/>
            <a:rect l="l" t="t" r="r" b="b"/>
            <a:pathLst>
              <a:path w="10116277" h="9454121">
                <a:moveTo>
                  <a:pt x="0" y="0"/>
                </a:moveTo>
                <a:lnTo>
                  <a:pt x="10116278" y="0"/>
                </a:lnTo>
                <a:lnTo>
                  <a:pt x="10116278" y="9454121"/>
                </a:lnTo>
                <a:lnTo>
                  <a:pt x="0" y="9454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0" y="48586"/>
            <a:ext cx="3279385" cy="806182"/>
          </a:xfrm>
          <a:custGeom>
            <a:avLst/>
            <a:gdLst/>
            <a:ahLst/>
            <a:cxnLst/>
            <a:rect l="l" t="t" r="r" b="b"/>
            <a:pathLst>
              <a:path w="3279385" h="806182">
                <a:moveTo>
                  <a:pt x="0" y="0"/>
                </a:moveTo>
                <a:lnTo>
                  <a:pt x="3279385" y="0"/>
                </a:lnTo>
                <a:lnTo>
                  <a:pt x="3279385" y="806182"/>
                </a:lnTo>
                <a:lnTo>
                  <a:pt x="0" y="806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1771017" y="4445981"/>
            <a:ext cx="7189698" cy="1252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sz="7327" b="1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CONCLUSIÓN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166</Words>
  <Application>Microsoft Office PowerPoint</Application>
  <PresentationFormat>Personalizado</PresentationFormat>
  <Paragraphs>33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Glacial Indifference</vt:lpstr>
      <vt:lpstr>Glacial Indifference Bold</vt:lpstr>
      <vt:lpstr>Open Sans Bold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de negocio formas orgánicas profesional azul y beis</dc:title>
  <cp:lastModifiedBy>bruno benavente uribe</cp:lastModifiedBy>
  <cp:revision>4</cp:revision>
  <dcterms:created xsi:type="dcterms:W3CDTF">2006-08-16T00:00:00Z</dcterms:created>
  <dcterms:modified xsi:type="dcterms:W3CDTF">2025-07-09T03:37:20Z</dcterms:modified>
  <dc:identifier>DAGi4AiOOfg</dc:identifier>
</cp:coreProperties>
</file>