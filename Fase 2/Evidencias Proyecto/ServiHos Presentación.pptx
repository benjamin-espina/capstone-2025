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Glacial Indifference" panose="020B0604020202020204" charset="0"/>
      <p:regular r:id="rId19"/>
    </p:embeddedFont>
    <p:embeddedFont>
      <p:font typeface="Glacial Indifference Bold" panose="020B0604020202020204" charset="0"/>
      <p:regular r:id="rId20"/>
    </p:embeddedFont>
    <p:embeddedFont>
      <p:font typeface="Open Sans Bold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96" y="1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6.svg"/><Relationship Id="rId18" Type="http://schemas.openxmlformats.org/officeDocument/2006/relationships/image" Target="../media/image21.png"/><Relationship Id="rId3" Type="http://schemas.openxmlformats.org/officeDocument/2006/relationships/image" Target="../media/image11.png"/><Relationship Id="rId21" Type="http://schemas.openxmlformats.org/officeDocument/2006/relationships/image" Target="../media/image24.svg"/><Relationship Id="rId7" Type="http://schemas.openxmlformats.org/officeDocument/2006/relationships/image" Target="../media/image5.png"/><Relationship Id="rId12" Type="http://schemas.openxmlformats.org/officeDocument/2006/relationships/image" Target="../media/image15.png"/><Relationship Id="rId17" Type="http://schemas.openxmlformats.org/officeDocument/2006/relationships/image" Target="../media/image20.svg"/><Relationship Id="rId25" Type="http://schemas.openxmlformats.org/officeDocument/2006/relationships/image" Target="../media/image28.svg"/><Relationship Id="rId2" Type="http://schemas.openxmlformats.org/officeDocument/2006/relationships/image" Target="../media/image10.jpeg"/><Relationship Id="rId16" Type="http://schemas.openxmlformats.org/officeDocument/2006/relationships/image" Target="../media/image19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14.svg"/><Relationship Id="rId24" Type="http://schemas.openxmlformats.org/officeDocument/2006/relationships/image" Target="../media/image27.png"/><Relationship Id="rId5" Type="http://schemas.openxmlformats.org/officeDocument/2006/relationships/image" Target="../media/image1.png"/><Relationship Id="rId15" Type="http://schemas.openxmlformats.org/officeDocument/2006/relationships/image" Target="../media/image18.svg"/><Relationship Id="rId23" Type="http://schemas.openxmlformats.org/officeDocument/2006/relationships/image" Target="../media/image26.svg"/><Relationship Id="rId10" Type="http://schemas.openxmlformats.org/officeDocument/2006/relationships/image" Target="../media/image13.png"/><Relationship Id="rId19" Type="http://schemas.openxmlformats.org/officeDocument/2006/relationships/image" Target="../media/image22.svg"/><Relationship Id="rId4" Type="http://schemas.openxmlformats.org/officeDocument/2006/relationships/image" Target="../media/image12.svg"/><Relationship Id="rId9" Type="http://schemas.openxmlformats.org/officeDocument/2006/relationships/image" Target="../media/image9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svg"/><Relationship Id="rId3" Type="http://schemas.openxmlformats.org/officeDocument/2006/relationships/image" Target="../media/image34.svg"/><Relationship Id="rId7" Type="http://schemas.openxmlformats.org/officeDocument/2006/relationships/image" Target="../media/image36.svg"/><Relationship Id="rId12" Type="http://schemas.openxmlformats.org/officeDocument/2006/relationships/image" Target="../media/image4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svg"/><Relationship Id="rId5" Type="http://schemas.openxmlformats.org/officeDocument/2006/relationships/image" Target="../media/image32.svg"/><Relationship Id="rId10" Type="http://schemas.openxmlformats.org/officeDocument/2006/relationships/image" Target="../media/image39.png"/><Relationship Id="rId4" Type="http://schemas.openxmlformats.org/officeDocument/2006/relationships/image" Target="../media/image31.png"/><Relationship Id="rId9" Type="http://schemas.openxmlformats.org/officeDocument/2006/relationships/image" Target="../media/image38.svg"/><Relationship Id="rId1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Relationship Id="rId9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7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1.svg"/><Relationship Id="rId7" Type="http://schemas.openxmlformats.org/officeDocument/2006/relationships/image" Target="../media/image4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10" Type="http://schemas.openxmlformats.org/officeDocument/2006/relationships/image" Target="../media/image54.png"/><Relationship Id="rId4" Type="http://schemas.openxmlformats.org/officeDocument/2006/relationships/image" Target="../media/image1.png"/><Relationship Id="rId9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Relationship Id="rId9" Type="http://schemas.openxmlformats.org/officeDocument/2006/relationships/image" Target="../media/image5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34.sv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60.png"/><Relationship Id="rId5" Type="http://schemas.openxmlformats.org/officeDocument/2006/relationships/image" Target="../media/image32.svg"/><Relationship Id="rId10" Type="http://schemas.openxmlformats.org/officeDocument/2006/relationships/image" Target="../media/image59.png"/><Relationship Id="rId4" Type="http://schemas.openxmlformats.org/officeDocument/2006/relationships/image" Target="../media/image31.png"/><Relationship Id="rId9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982806">
            <a:off x="720300" y="6421716"/>
            <a:ext cx="8842272" cy="11861584"/>
          </a:xfrm>
          <a:custGeom>
            <a:avLst/>
            <a:gdLst/>
            <a:ahLst/>
            <a:cxnLst/>
            <a:rect l="l" t="t" r="r" b="b"/>
            <a:pathLst>
              <a:path w="8842272" h="11861584">
                <a:moveTo>
                  <a:pt x="0" y="0"/>
                </a:moveTo>
                <a:lnTo>
                  <a:pt x="8842272" y="0"/>
                </a:lnTo>
                <a:lnTo>
                  <a:pt x="8842272" y="11861584"/>
                </a:lnTo>
                <a:lnTo>
                  <a:pt x="0" y="11861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6501204">
            <a:off x="11046831" y="-5088864"/>
            <a:ext cx="8807178" cy="11814508"/>
          </a:xfrm>
          <a:custGeom>
            <a:avLst/>
            <a:gdLst/>
            <a:ahLst/>
            <a:cxnLst/>
            <a:rect l="l" t="t" r="r" b="b"/>
            <a:pathLst>
              <a:path w="8807178" h="11814508">
                <a:moveTo>
                  <a:pt x="0" y="0"/>
                </a:moveTo>
                <a:lnTo>
                  <a:pt x="8807178" y="0"/>
                </a:lnTo>
                <a:lnTo>
                  <a:pt x="8807178" y="11814507"/>
                </a:lnTo>
                <a:lnTo>
                  <a:pt x="0" y="118145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10571821">
            <a:off x="10628437" y="8363453"/>
            <a:ext cx="5947318" cy="7978109"/>
          </a:xfrm>
          <a:custGeom>
            <a:avLst/>
            <a:gdLst/>
            <a:ahLst/>
            <a:cxnLst/>
            <a:rect l="l" t="t" r="r" b="b"/>
            <a:pathLst>
              <a:path w="5947318" h="7978109">
                <a:moveTo>
                  <a:pt x="0" y="0"/>
                </a:moveTo>
                <a:lnTo>
                  <a:pt x="5947318" y="0"/>
                </a:lnTo>
                <a:lnTo>
                  <a:pt x="5947318" y="7978110"/>
                </a:lnTo>
                <a:lnTo>
                  <a:pt x="0" y="7978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-5114765">
            <a:off x="11561828" y="5146485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058328">
            <a:off x="13255544" y="-4131370"/>
            <a:ext cx="7156478" cy="6935278"/>
          </a:xfrm>
          <a:custGeom>
            <a:avLst/>
            <a:gdLst/>
            <a:ahLst/>
            <a:cxnLst/>
            <a:rect l="l" t="t" r="r" b="b"/>
            <a:pathLst>
              <a:path w="7156478" h="6935278">
                <a:moveTo>
                  <a:pt x="0" y="0"/>
                </a:moveTo>
                <a:lnTo>
                  <a:pt x="7156479" y="0"/>
                </a:lnTo>
                <a:lnTo>
                  <a:pt x="7156479" y="6935279"/>
                </a:lnTo>
                <a:lnTo>
                  <a:pt x="0" y="69352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3318101">
            <a:off x="-3880130" y="6803731"/>
            <a:ext cx="10117864" cy="10062676"/>
          </a:xfrm>
          <a:custGeom>
            <a:avLst/>
            <a:gdLst/>
            <a:ahLst/>
            <a:cxnLst/>
            <a:rect l="l" t="t" r="r" b="b"/>
            <a:pathLst>
              <a:path w="10117864" h="10062676">
                <a:moveTo>
                  <a:pt x="0" y="0"/>
                </a:moveTo>
                <a:lnTo>
                  <a:pt x="10117864" y="0"/>
                </a:lnTo>
                <a:lnTo>
                  <a:pt x="10117864" y="10062675"/>
                </a:lnTo>
                <a:lnTo>
                  <a:pt x="0" y="100626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6800871">
            <a:off x="-1846725" y="-2878373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5589830" cy="1374166"/>
          </a:xfrm>
          <a:custGeom>
            <a:avLst/>
            <a:gdLst/>
            <a:ahLst/>
            <a:cxnLst/>
            <a:rect l="l" t="t" r="r" b="b"/>
            <a:pathLst>
              <a:path w="5589830" h="1374166">
                <a:moveTo>
                  <a:pt x="0" y="0"/>
                </a:moveTo>
                <a:lnTo>
                  <a:pt x="5589830" y="0"/>
                </a:lnTo>
                <a:lnTo>
                  <a:pt x="5589830" y="1374166"/>
                </a:lnTo>
                <a:lnTo>
                  <a:pt x="0" y="13741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4681668" y="4420711"/>
            <a:ext cx="8924664" cy="2040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57"/>
              </a:lnSpc>
            </a:pPr>
            <a:r>
              <a:rPr lang="en-US" sz="11898" b="1" spc="111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SERVIHOS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501204">
            <a:off x="-4899086" y="-8147683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89"/>
                </a:lnTo>
                <a:lnTo>
                  <a:pt x="0" y="131438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8798399">
            <a:off x="11434890" y="2417332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10301337">
            <a:off x="9883234" y="-2150579"/>
            <a:ext cx="12901483" cy="11165647"/>
          </a:xfrm>
          <a:custGeom>
            <a:avLst/>
            <a:gdLst/>
            <a:ahLst/>
            <a:cxnLst/>
            <a:rect l="l" t="t" r="r" b="b"/>
            <a:pathLst>
              <a:path w="12901483" h="11165647">
                <a:moveTo>
                  <a:pt x="0" y="0"/>
                </a:moveTo>
                <a:lnTo>
                  <a:pt x="12901483" y="0"/>
                </a:lnTo>
                <a:lnTo>
                  <a:pt x="12901483" y="11165647"/>
                </a:lnTo>
                <a:lnTo>
                  <a:pt x="0" y="111656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458160">
            <a:off x="-3775194" y="6616870"/>
            <a:ext cx="8481393" cy="7340260"/>
          </a:xfrm>
          <a:custGeom>
            <a:avLst/>
            <a:gdLst/>
            <a:ahLst/>
            <a:cxnLst/>
            <a:rect l="l" t="t" r="r" b="b"/>
            <a:pathLst>
              <a:path w="8481393" h="7340260">
                <a:moveTo>
                  <a:pt x="0" y="0"/>
                </a:moveTo>
                <a:lnTo>
                  <a:pt x="8481393" y="0"/>
                </a:lnTo>
                <a:lnTo>
                  <a:pt x="8481393" y="7340260"/>
                </a:lnTo>
                <a:lnTo>
                  <a:pt x="0" y="73402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287290" y="1943183"/>
            <a:ext cx="5820596" cy="131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26"/>
              </a:lnSpc>
            </a:pPr>
            <a:r>
              <a:rPr lang="en-US" sz="7662" b="1" spc="720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PROYECTO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87290" y="1115260"/>
            <a:ext cx="6813514" cy="980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57"/>
              </a:lnSpc>
            </a:pPr>
            <a:r>
              <a:rPr lang="en-US" sz="5683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INTEGRANTES DEL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4343400" y="4650880"/>
            <a:ext cx="8515310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Bruno Benavente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86612" y="3158269"/>
            <a:ext cx="7978706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Benjamín Espina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7495" y="5568816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Desarrollador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47495" y="4076205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Jefe de Proyecto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01515" y="0"/>
            <a:ext cx="7486485" cy="10287000"/>
          </a:xfrm>
          <a:custGeom>
            <a:avLst/>
            <a:gdLst/>
            <a:ahLst/>
            <a:cxnLst/>
            <a:rect l="l" t="t" r="r" b="b"/>
            <a:pathLst>
              <a:path w="7486485" h="10287000">
                <a:moveTo>
                  <a:pt x="0" y="0"/>
                </a:moveTo>
                <a:lnTo>
                  <a:pt x="7486485" y="0"/>
                </a:lnTo>
                <a:lnTo>
                  <a:pt x="748648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06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445925">
            <a:off x="3142738" y="-769394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8798399">
            <a:off x="8466276" y="-959053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3283157">
            <a:off x="-1501206" y="7329841"/>
            <a:ext cx="5624862" cy="7545546"/>
          </a:xfrm>
          <a:custGeom>
            <a:avLst/>
            <a:gdLst/>
            <a:ahLst/>
            <a:cxnLst/>
            <a:rect l="l" t="t" r="r" b="b"/>
            <a:pathLst>
              <a:path w="5624862" h="7545546">
                <a:moveTo>
                  <a:pt x="0" y="0"/>
                </a:moveTo>
                <a:lnTo>
                  <a:pt x="5624862" y="0"/>
                </a:lnTo>
                <a:lnTo>
                  <a:pt x="5624862" y="7545546"/>
                </a:lnTo>
                <a:lnTo>
                  <a:pt x="0" y="7545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1594411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PROBLEMATICA</a:t>
            </a:r>
          </a:p>
        </p:txBody>
      </p:sp>
      <p:sp>
        <p:nvSpPr>
          <p:cNvPr id="7" name="Freeform 7"/>
          <p:cNvSpPr/>
          <p:nvPr/>
        </p:nvSpPr>
        <p:spPr>
          <a:xfrm rot="2770156">
            <a:off x="-2577184" y="-2165857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1"/>
                </a:lnTo>
                <a:lnTo>
                  <a:pt x="0" y="49950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2770156">
            <a:off x="15710816" y="8522875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2"/>
                </a:lnTo>
                <a:lnTo>
                  <a:pt x="0" y="49950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028700" y="3250009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2806238" y="3250009"/>
            <a:ext cx="1560455" cy="1305108"/>
          </a:xfrm>
          <a:custGeom>
            <a:avLst/>
            <a:gdLst/>
            <a:ahLst/>
            <a:cxnLst/>
            <a:rect l="l" t="t" r="r" b="b"/>
            <a:pathLst>
              <a:path w="1560455" h="1305108">
                <a:moveTo>
                  <a:pt x="0" y="0"/>
                </a:moveTo>
                <a:lnTo>
                  <a:pt x="1560455" y="0"/>
                </a:lnTo>
                <a:lnTo>
                  <a:pt x="1560455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4842943" y="3250009"/>
            <a:ext cx="2308068" cy="1305108"/>
          </a:xfrm>
          <a:custGeom>
            <a:avLst/>
            <a:gdLst/>
            <a:ahLst/>
            <a:cxnLst/>
            <a:rect l="l" t="t" r="r" b="b"/>
            <a:pathLst>
              <a:path w="2308068" h="1305108">
                <a:moveTo>
                  <a:pt x="0" y="0"/>
                </a:moveTo>
                <a:lnTo>
                  <a:pt x="2308068" y="0"/>
                </a:lnTo>
                <a:lnTo>
                  <a:pt x="230806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028700" y="6627647"/>
            <a:ext cx="2098857" cy="1305108"/>
          </a:xfrm>
          <a:custGeom>
            <a:avLst/>
            <a:gdLst/>
            <a:ahLst/>
            <a:cxnLst/>
            <a:rect l="l" t="t" r="r" b="b"/>
            <a:pathLst>
              <a:path w="2098857" h="1305108">
                <a:moveTo>
                  <a:pt x="0" y="0"/>
                </a:moveTo>
                <a:lnTo>
                  <a:pt x="2098857" y="0"/>
                </a:lnTo>
                <a:lnTo>
                  <a:pt x="2098857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941550" y="3162860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070133" y="3468375"/>
            <a:ext cx="1222241" cy="868376"/>
          </a:xfrm>
          <a:custGeom>
            <a:avLst/>
            <a:gdLst/>
            <a:ahLst/>
            <a:cxnLst/>
            <a:rect l="l" t="t" r="r" b="b"/>
            <a:pathLst>
              <a:path w="1222241" h="868376">
                <a:moveTo>
                  <a:pt x="0" y="0"/>
                </a:moveTo>
                <a:lnTo>
                  <a:pt x="1222242" y="0"/>
                </a:lnTo>
                <a:lnTo>
                  <a:pt x="1222242" y="868376"/>
                </a:lnTo>
                <a:lnTo>
                  <a:pt x="0" y="86837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3606420" y="6627647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3519270" y="6540498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3794065" y="6737314"/>
            <a:ext cx="929817" cy="1085774"/>
          </a:xfrm>
          <a:custGeom>
            <a:avLst/>
            <a:gdLst/>
            <a:ahLst/>
            <a:cxnLst/>
            <a:rect l="l" t="t" r="r" b="b"/>
            <a:pathLst>
              <a:path w="929817" h="1085774">
                <a:moveTo>
                  <a:pt x="0" y="0"/>
                </a:moveTo>
                <a:lnTo>
                  <a:pt x="929817" y="0"/>
                </a:lnTo>
                <a:lnTo>
                  <a:pt x="929817" y="1085774"/>
                </a:lnTo>
                <a:lnTo>
                  <a:pt x="0" y="108577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5665427" y="6627647"/>
            <a:ext cx="1153241" cy="1305108"/>
          </a:xfrm>
          <a:custGeom>
            <a:avLst/>
            <a:gdLst/>
            <a:ahLst/>
            <a:cxnLst/>
            <a:rect l="l" t="t" r="r" b="b"/>
            <a:pathLst>
              <a:path w="1153241" h="1305108">
                <a:moveTo>
                  <a:pt x="0" y="0"/>
                </a:moveTo>
                <a:lnTo>
                  <a:pt x="1153241" y="0"/>
                </a:lnTo>
                <a:lnTo>
                  <a:pt x="1153241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1028700" y="5101451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SOLUCIÓN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142" y="3894770"/>
            <a:ext cx="5141050" cy="3202088"/>
            <a:chOff x="0" y="0"/>
            <a:chExt cx="812800" cy="5062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506250"/>
            </a:xfrm>
            <a:custGeom>
              <a:avLst/>
              <a:gdLst/>
              <a:ahLst/>
              <a:cxnLst/>
              <a:rect l="l" t="t" r="r" b="b"/>
              <a:pathLst>
                <a:path w="812800" h="506250">
                  <a:moveTo>
                    <a:pt x="39153" y="0"/>
                  </a:moveTo>
                  <a:lnTo>
                    <a:pt x="773647" y="0"/>
                  </a:lnTo>
                  <a:cubicBezTo>
                    <a:pt x="784031" y="0"/>
                    <a:pt x="793990" y="4125"/>
                    <a:pt x="801332" y="11468"/>
                  </a:cubicBezTo>
                  <a:cubicBezTo>
                    <a:pt x="808675" y="18810"/>
                    <a:pt x="812800" y="28769"/>
                    <a:pt x="812800" y="39153"/>
                  </a:cubicBezTo>
                  <a:lnTo>
                    <a:pt x="812800" y="467097"/>
                  </a:lnTo>
                  <a:cubicBezTo>
                    <a:pt x="812800" y="477481"/>
                    <a:pt x="808675" y="487440"/>
                    <a:pt x="801332" y="494782"/>
                  </a:cubicBezTo>
                  <a:cubicBezTo>
                    <a:pt x="793990" y="502125"/>
                    <a:pt x="784031" y="506250"/>
                    <a:pt x="773647" y="506250"/>
                  </a:cubicBezTo>
                  <a:lnTo>
                    <a:pt x="39153" y="506250"/>
                  </a:lnTo>
                  <a:cubicBezTo>
                    <a:pt x="28769" y="506250"/>
                    <a:pt x="18810" y="502125"/>
                    <a:pt x="11468" y="494782"/>
                  </a:cubicBezTo>
                  <a:cubicBezTo>
                    <a:pt x="4125" y="487440"/>
                    <a:pt x="0" y="477481"/>
                    <a:pt x="0" y="467097"/>
                  </a:cubicBezTo>
                  <a:lnTo>
                    <a:pt x="0" y="39153"/>
                  </a:lnTo>
                  <a:cubicBezTo>
                    <a:pt x="0" y="28769"/>
                    <a:pt x="4125" y="18810"/>
                    <a:pt x="11468" y="11468"/>
                  </a:cubicBezTo>
                  <a:cubicBezTo>
                    <a:pt x="18810" y="4125"/>
                    <a:pt x="28769" y="0"/>
                    <a:pt x="39153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812800" cy="496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265748" y="2739000"/>
            <a:ext cx="10217687" cy="5663769"/>
            <a:chOff x="0" y="0"/>
            <a:chExt cx="1615416" cy="8954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15416" cy="895442"/>
            </a:xfrm>
            <a:custGeom>
              <a:avLst/>
              <a:gdLst/>
              <a:ahLst/>
              <a:cxnLst/>
              <a:rect l="l" t="t" r="r" b="b"/>
              <a:pathLst>
                <a:path w="1615416" h="895442">
                  <a:moveTo>
                    <a:pt x="19700" y="0"/>
                  </a:moveTo>
                  <a:lnTo>
                    <a:pt x="1595716" y="0"/>
                  </a:lnTo>
                  <a:cubicBezTo>
                    <a:pt x="1600941" y="0"/>
                    <a:pt x="1605952" y="2076"/>
                    <a:pt x="1609646" y="5770"/>
                  </a:cubicBezTo>
                  <a:cubicBezTo>
                    <a:pt x="1613341" y="9465"/>
                    <a:pt x="1615416" y="14475"/>
                    <a:pt x="1615416" y="19700"/>
                  </a:cubicBezTo>
                  <a:lnTo>
                    <a:pt x="1615416" y="875742"/>
                  </a:lnTo>
                  <a:cubicBezTo>
                    <a:pt x="1615416" y="886622"/>
                    <a:pt x="1606596" y="895442"/>
                    <a:pt x="1595716" y="895442"/>
                  </a:cubicBezTo>
                  <a:lnTo>
                    <a:pt x="19700" y="895442"/>
                  </a:lnTo>
                  <a:cubicBezTo>
                    <a:pt x="8820" y="895442"/>
                    <a:pt x="0" y="886622"/>
                    <a:pt x="0" y="875742"/>
                  </a:cubicBezTo>
                  <a:lnTo>
                    <a:pt x="0" y="19700"/>
                  </a:lnTo>
                  <a:cubicBezTo>
                    <a:pt x="0" y="8820"/>
                    <a:pt x="8820" y="0"/>
                    <a:pt x="19700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9525"/>
              <a:ext cx="1615416" cy="8859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981655" y="1099365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57841" y="3042063"/>
            <a:ext cx="5637184" cy="471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96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 específicos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62962" y="5415982"/>
            <a:ext cx="4563411" cy="1358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8"/>
              </a:lnSpc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esarrollar una herramienta tecnológica que permita la gestión de una hospedería.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65748" y="3684682"/>
            <a:ext cx="10039019" cy="502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 que tras un periodo de 1 mes, el 100% de usuario encargado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el 80% de los usuarios de hospedería estén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al menos el 60% de los servicios utilizados queden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que, en un plazo de 3 meses, el 100% de los usuarios actuales de hospedería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6 meses se hayan digitalizado todos los reportes.</a:t>
            </a:r>
          </a:p>
          <a:p>
            <a:pPr algn="just">
              <a:lnSpc>
                <a:spcPts val="3648"/>
              </a:lnSpc>
            </a:pPr>
            <a:endParaRPr lang="en-US" sz="2605" u="none" strike="noStrike" spc="57">
              <a:solidFill>
                <a:srgbClr val="15254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1678409" y="519865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3" name="AutoShape 13"/>
          <p:cNvSpPr/>
          <p:nvPr/>
        </p:nvSpPr>
        <p:spPr>
          <a:xfrm flipV="1">
            <a:off x="10058432" y="353228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6321534" y="-285545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7304767" y="854768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0" y="9258300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-937766" y="8402769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 rot="672866">
            <a:off x="-1019041" y="-1783519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Box 19"/>
          <p:cNvSpPr txBox="1"/>
          <p:nvPr/>
        </p:nvSpPr>
        <p:spPr>
          <a:xfrm>
            <a:off x="1852306" y="4161453"/>
            <a:ext cx="4384724" cy="673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03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 General</a:t>
            </a:r>
          </a:p>
        </p:txBody>
      </p:sp>
      <p:sp>
        <p:nvSpPr>
          <p:cNvPr id="20" name="Freeform 20"/>
          <p:cNvSpPr/>
          <p:nvPr/>
        </p:nvSpPr>
        <p:spPr>
          <a:xfrm rot="-10799999">
            <a:off x="12715117" y="758304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3429477"/>
            <a:ext cx="9817265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258"/>
              </a:lnSpc>
              <a:spcBef>
                <a:spcPct val="0"/>
              </a:spcBef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METODOLOGÍA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4087258" y="5110266"/>
            <a:ext cx="1075359" cy="1178182"/>
          </a:xfrm>
          <a:custGeom>
            <a:avLst/>
            <a:gdLst/>
            <a:ahLst/>
            <a:cxnLst/>
            <a:rect l="l" t="t" r="r" b="b"/>
            <a:pathLst>
              <a:path w="1075359" h="1178182">
                <a:moveTo>
                  <a:pt x="0" y="0"/>
                </a:moveTo>
                <a:lnTo>
                  <a:pt x="1075359" y="0"/>
                </a:lnTo>
                <a:lnTo>
                  <a:pt x="1075359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3285961" y="6452766"/>
            <a:ext cx="2677953" cy="601913"/>
            <a:chOff x="0" y="0"/>
            <a:chExt cx="812800" cy="1826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Investigación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310688" y="6452766"/>
            <a:ext cx="2677953" cy="601913"/>
            <a:chOff x="0" y="0"/>
            <a:chExt cx="812800" cy="18269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Diseño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99360" y="6452766"/>
            <a:ext cx="2677953" cy="601913"/>
            <a:chOff x="0" y="0"/>
            <a:chExt cx="812800" cy="1826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Análisis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324086" y="6452766"/>
            <a:ext cx="2677953" cy="601913"/>
            <a:chOff x="0" y="0"/>
            <a:chExt cx="812800" cy="18269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Implementación</a:t>
              </a:r>
            </a:p>
          </p:txBody>
        </p:sp>
      </p:grpSp>
      <p:sp>
        <p:nvSpPr>
          <p:cNvPr id="20" name="Freeform 20"/>
          <p:cNvSpPr/>
          <p:nvPr/>
        </p:nvSpPr>
        <p:spPr>
          <a:xfrm>
            <a:off x="7123149" y="5110266"/>
            <a:ext cx="1030373" cy="1178182"/>
          </a:xfrm>
          <a:custGeom>
            <a:avLst/>
            <a:gdLst/>
            <a:ahLst/>
            <a:cxnLst/>
            <a:rect l="l" t="t" r="r" b="b"/>
            <a:pathLst>
              <a:path w="1030373" h="1178182">
                <a:moveTo>
                  <a:pt x="0" y="0"/>
                </a:moveTo>
                <a:lnTo>
                  <a:pt x="1030374" y="0"/>
                </a:lnTo>
                <a:lnTo>
                  <a:pt x="1030374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3095224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>
            <a:off x="10056535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4835870" y="1028700"/>
            <a:ext cx="8162058" cy="9137847"/>
            <a:chOff x="0" y="0"/>
            <a:chExt cx="2149678" cy="240667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9678" cy="2406676"/>
            </a:xfrm>
            <a:custGeom>
              <a:avLst/>
              <a:gdLst/>
              <a:ahLst/>
              <a:cxnLst/>
              <a:rect l="l" t="t" r="r" b="b"/>
              <a:pathLst>
                <a:path w="2149678" h="2406676">
                  <a:moveTo>
                    <a:pt x="48375" y="0"/>
                  </a:moveTo>
                  <a:lnTo>
                    <a:pt x="2101303" y="0"/>
                  </a:lnTo>
                  <a:cubicBezTo>
                    <a:pt x="2128020" y="0"/>
                    <a:pt x="2149678" y="21658"/>
                    <a:pt x="2149678" y="48375"/>
                  </a:cubicBezTo>
                  <a:lnTo>
                    <a:pt x="2149678" y="2358301"/>
                  </a:lnTo>
                  <a:cubicBezTo>
                    <a:pt x="2149678" y="2371131"/>
                    <a:pt x="2144581" y="2383435"/>
                    <a:pt x="2135509" y="2392507"/>
                  </a:cubicBezTo>
                  <a:cubicBezTo>
                    <a:pt x="2126437" y="2401579"/>
                    <a:pt x="2114133" y="2406676"/>
                    <a:pt x="2101303" y="2406676"/>
                  </a:cubicBezTo>
                  <a:lnTo>
                    <a:pt x="48375" y="2406676"/>
                  </a:lnTo>
                  <a:cubicBezTo>
                    <a:pt x="35545" y="2406676"/>
                    <a:pt x="23241" y="2401579"/>
                    <a:pt x="14169" y="2392507"/>
                  </a:cubicBezTo>
                  <a:cubicBezTo>
                    <a:pt x="5097" y="2383435"/>
                    <a:pt x="0" y="2371131"/>
                    <a:pt x="0" y="2358301"/>
                  </a:cubicBezTo>
                  <a:lnTo>
                    <a:pt x="0" y="48375"/>
                  </a:lnTo>
                  <a:cubicBezTo>
                    <a:pt x="0" y="35545"/>
                    <a:pt x="5097" y="23241"/>
                    <a:pt x="14169" y="14169"/>
                  </a:cubicBezTo>
                  <a:cubicBezTo>
                    <a:pt x="23241" y="5097"/>
                    <a:pt x="35545" y="0"/>
                    <a:pt x="48375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2149678" cy="23971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4981655" y="-33987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CARTA GANTT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D7405145-8A38-4402-B21A-19C0633062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1226" y="1152690"/>
            <a:ext cx="7591345" cy="88898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6475840" y="327852"/>
            <a:ext cx="11278089" cy="107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89"/>
              </a:lnSpc>
            </a:pPr>
            <a:r>
              <a:rPr lang="en-US" sz="6278" b="1" spc="590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DIAGRAMA CASO DE USO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48C93B56-0533-4BBA-9ED3-9801205B9C5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216" y="1671815"/>
            <a:ext cx="12351567" cy="81388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8131" y="7173582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11849738" y="-4940726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8798399">
            <a:off x="13156923" y="1016610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-8798399">
            <a:off x="-2994864" y="-864598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10350238" y="165255"/>
            <a:ext cx="6232665" cy="9956491"/>
            <a:chOff x="0" y="0"/>
            <a:chExt cx="2019680" cy="322637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19680" cy="3226377"/>
            </a:xfrm>
            <a:custGeom>
              <a:avLst/>
              <a:gdLst/>
              <a:ahLst/>
              <a:cxnLst/>
              <a:rect l="l" t="t" r="r" b="b"/>
              <a:pathLst>
                <a:path w="2019680" h="3226377">
                  <a:moveTo>
                    <a:pt x="48444" y="0"/>
                  </a:moveTo>
                  <a:lnTo>
                    <a:pt x="1971236" y="0"/>
                  </a:lnTo>
                  <a:cubicBezTo>
                    <a:pt x="1984084" y="0"/>
                    <a:pt x="1996406" y="5104"/>
                    <a:pt x="2005491" y="14189"/>
                  </a:cubicBezTo>
                  <a:cubicBezTo>
                    <a:pt x="2014576" y="23274"/>
                    <a:pt x="2019680" y="35596"/>
                    <a:pt x="2019680" y="48444"/>
                  </a:cubicBezTo>
                  <a:lnTo>
                    <a:pt x="2019680" y="3177933"/>
                  </a:lnTo>
                  <a:cubicBezTo>
                    <a:pt x="2019680" y="3204687"/>
                    <a:pt x="1997991" y="3226377"/>
                    <a:pt x="1971236" y="3226377"/>
                  </a:cubicBezTo>
                  <a:lnTo>
                    <a:pt x="48444" y="3226377"/>
                  </a:lnTo>
                  <a:cubicBezTo>
                    <a:pt x="21689" y="3226377"/>
                    <a:pt x="0" y="3204687"/>
                    <a:pt x="0" y="3177933"/>
                  </a:cubicBezTo>
                  <a:lnTo>
                    <a:pt x="0" y="48444"/>
                  </a:lnTo>
                  <a:cubicBezTo>
                    <a:pt x="0" y="21689"/>
                    <a:pt x="21689" y="0"/>
                    <a:pt x="48444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9525"/>
              <a:ext cx="2019680" cy="32168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9961243">
            <a:off x="12217193" y="-3026777"/>
            <a:ext cx="10084214" cy="8727429"/>
          </a:xfrm>
          <a:custGeom>
            <a:avLst/>
            <a:gdLst/>
            <a:ahLst/>
            <a:cxnLst/>
            <a:rect l="l" t="t" r="r" b="b"/>
            <a:pathLst>
              <a:path w="10084214" h="8727429">
                <a:moveTo>
                  <a:pt x="0" y="0"/>
                </a:moveTo>
                <a:lnTo>
                  <a:pt x="10084214" y="0"/>
                </a:lnTo>
                <a:lnTo>
                  <a:pt x="10084214" y="8727429"/>
                </a:lnTo>
                <a:lnTo>
                  <a:pt x="0" y="87274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 rot="-976001">
            <a:off x="-4614341" y="5979010"/>
            <a:ext cx="9228681" cy="7987004"/>
          </a:xfrm>
          <a:custGeom>
            <a:avLst/>
            <a:gdLst/>
            <a:ahLst/>
            <a:cxnLst/>
            <a:rect l="l" t="t" r="r" b="b"/>
            <a:pathLst>
              <a:path w="9228681" h="7987004">
                <a:moveTo>
                  <a:pt x="0" y="0"/>
                </a:moveTo>
                <a:lnTo>
                  <a:pt x="9228682" y="0"/>
                </a:lnTo>
                <a:lnTo>
                  <a:pt x="9228682" y="7987004"/>
                </a:lnTo>
                <a:lnTo>
                  <a:pt x="0" y="79870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10739990" y="454899"/>
            <a:ext cx="5394331" cy="9366136"/>
          </a:xfrm>
          <a:custGeom>
            <a:avLst/>
            <a:gdLst/>
            <a:ahLst/>
            <a:cxnLst/>
            <a:rect l="l" t="t" r="r" b="b"/>
            <a:pathLst>
              <a:path w="5394331" h="9366136">
                <a:moveTo>
                  <a:pt x="0" y="0"/>
                </a:moveTo>
                <a:lnTo>
                  <a:pt x="5394331" y="0"/>
                </a:lnTo>
                <a:lnTo>
                  <a:pt x="5394331" y="9366136"/>
                </a:lnTo>
                <a:lnTo>
                  <a:pt x="0" y="936613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3" name="Group 13"/>
          <p:cNvGrpSpPr/>
          <p:nvPr/>
        </p:nvGrpSpPr>
        <p:grpSpPr>
          <a:xfrm>
            <a:off x="1111618" y="3912462"/>
            <a:ext cx="9456025" cy="4842312"/>
            <a:chOff x="0" y="0"/>
            <a:chExt cx="3064202" cy="156913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64202" cy="1569139"/>
            </a:xfrm>
            <a:custGeom>
              <a:avLst/>
              <a:gdLst/>
              <a:ahLst/>
              <a:cxnLst/>
              <a:rect l="l" t="t" r="r" b="b"/>
              <a:pathLst>
                <a:path w="3064202" h="1569139">
                  <a:moveTo>
                    <a:pt x="31930" y="0"/>
                  </a:moveTo>
                  <a:lnTo>
                    <a:pt x="3032272" y="0"/>
                  </a:lnTo>
                  <a:cubicBezTo>
                    <a:pt x="3040740" y="0"/>
                    <a:pt x="3048862" y="3364"/>
                    <a:pt x="3054850" y="9352"/>
                  </a:cubicBezTo>
                  <a:cubicBezTo>
                    <a:pt x="3060838" y="15340"/>
                    <a:pt x="3064202" y="23462"/>
                    <a:pt x="3064202" y="31930"/>
                  </a:cubicBezTo>
                  <a:lnTo>
                    <a:pt x="3064202" y="1537209"/>
                  </a:lnTo>
                  <a:cubicBezTo>
                    <a:pt x="3064202" y="1554844"/>
                    <a:pt x="3049906" y="1569139"/>
                    <a:pt x="3032272" y="1569139"/>
                  </a:cubicBezTo>
                  <a:lnTo>
                    <a:pt x="31930" y="1569139"/>
                  </a:lnTo>
                  <a:cubicBezTo>
                    <a:pt x="23462" y="1569139"/>
                    <a:pt x="15340" y="1565775"/>
                    <a:pt x="9352" y="1559787"/>
                  </a:cubicBezTo>
                  <a:cubicBezTo>
                    <a:pt x="3364" y="1553799"/>
                    <a:pt x="0" y="1545677"/>
                    <a:pt x="0" y="1537209"/>
                  </a:cubicBezTo>
                  <a:lnTo>
                    <a:pt x="0" y="31930"/>
                  </a:lnTo>
                  <a:cubicBezTo>
                    <a:pt x="0" y="14296"/>
                    <a:pt x="14296" y="0"/>
                    <a:pt x="31930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9525"/>
              <a:ext cx="3064202" cy="15596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277561" y="4051210"/>
            <a:ext cx="9050522" cy="4581827"/>
          </a:xfrm>
          <a:custGeom>
            <a:avLst/>
            <a:gdLst/>
            <a:ahLst/>
            <a:cxnLst/>
            <a:rect l="l" t="t" r="r" b="b"/>
            <a:pathLst>
              <a:path w="9050522" h="4581827">
                <a:moveTo>
                  <a:pt x="0" y="0"/>
                </a:moveTo>
                <a:lnTo>
                  <a:pt x="9050522" y="0"/>
                </a:lnTo>
                <a:lnTo>
                  <a:pt x="9050522" y="4581827"/>
                </a:lnTo>
                <a:lnTo>
                  <a:pt x="0" y="45818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438131" y="1753662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 SOFTWARE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111" y="923925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ARQUITECTURA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744452" y="1866900"/>
            <a:ext cx="16282971" cy="8382000"/>
            <a:chOff x="0" y="0"/>
            <a:chExt cx="4152585" cy="19132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52585" cy="1913299"/>
            </a:xfrm>
            <a:custGeom>
              <a:avLst/>
              <a:gdLst/>
              <a:ahLst/>
              <a:cxnLst/>
              <a:rect l="l" t="t" r="r" b="b"/>
              <a:pathLst>
                <a:path w="4152585" h="1913299">
                  <a:moveTo>
                    <a:pt x="25042" y="0"/>
                  </a:moveTo>
                  <a:lnTo>
                    <a:pt x="4127543" y="0"/>
                  </a:lnTo>
                  <a:cubicBezTo>
                    <a:pt x="4134184" y="0"/>
                    <a:pt x="4140554" y="2638"/>
                    <a:pt x="4145250" y="7335"/>
                  </a:cubicBezTo>
                  <a:cubicBezTo>
                    <a:pt x="4149947" y="12031"/>
                    <a:pt x="4152585" y="18401"/>
                    <a:pt x="4152585" y="25042"/>
                  </a:cubicBezTo>
                  <a:lnTo>
                    <a:pt x="4152585" y="1888256"/>
                  </a:lnTo>
                  <a:cubicBezTo>
                    <a:pt x="4152585" y="1902087"/>
                    <a:pt x="4141374" y="1913299"/>
                    <a:pt x="4127543" y="1913299"/>
                  </a:cubicBezTo>
                  <a:lnTo>
                    <a:pt x="25042" y="1913299"/>
                  </a:lnTo>
                  <a:cubicBezTo>
                    <a:pt x="18401" y="1913299"/>
                    <a:pt x="12031" y="1910660"/>
                    <a:pt x="7335" y="1905964"/>
                  </a:cubicBezTo>
                  <a:cubicBezTo>
                    <a:pt x="2638" y="1901268"/>
                    <a:pt x="0" y="1894898"/>
                    <a:pt x="0" y="1888256"/>
                  </a:cubicBezTo>
                  <a:lnTo>
                    <a:pt x="0" y="25042"/>
                  </a:lnTo>
                  <a:cubicBezTo>
                    <a:pt x="0" y="18401"/>
                    <a:pt x="2638" y="12031"/>
                    <a:pt x="7335" y="7335"/>
                  </a:cubicBezTo>
                  <a:cubicBezTo>
                    <a:pt x="12031" y="2638"/>
                    <a:pt x="18401" y="0"/>
                    <a:pt x="2504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4152585" cy="1903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3973697" y="331181"/>
            <a:ext cx="9886404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MODELO DE DATOS</a:t>
            </a:r>
          </a:p>
        </p:txBody>
      </p:sp>
      <p:sp>
        <p:nvSpPr>
          <p:cNvPr id="16" name="AutoShape 4">
            <a:extLst>
              <a:ext uri="{FF2B5EF4-FFF2-40B4-BE49-F238E27FC236}">
                <a16:creationId xmlns:a16="http://schemas.microsoft.com/office/drawing/2014/main" id="{7DA6A32B-D3DC-4497-A02B-6461FACC6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MX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6387DAA-40E1-4957-A488-6194289E3A0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8822" y="2096908"/>
            <a:ext cx="15865645" cy="78364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4370394"/>
            <a:ext cx="9817265" cy="1746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67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TEGNOLOGIA USADA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3518584" y="5873638"/>
            <a:ext cx="4236323" cy="2647702"/>
          </a:xfrm>
          <a:custGeom>
            <a:avLst/>
            <a:gdLst/>
            <a:ahLst/>
            <a:cxnLst/>
            <a:rect l="l" t="t" r="r" b="b"/>
            <a:pathLst>
              <a:path w="4236323" h="2647702">
                <a:moveTo>
                  <a:pt x="0" y="0"/>
                </a:moveTo>
                <a:lnTo>
                  <a:pt x="4236323" y="0"/>
                </a:lnTo>
                <a:lnTo>
                  <a:pt x="4236323" y="2647702"/>
                </a:lnTo>
                <a:lnTo>
                  <a:pt x="0" y="2647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663489" y="2269998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3"/>
                </a:lnTo>
                <a:lnTo>
                  <a:pt x="0" y="338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587054" y="6116631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2"/>
                </a:lnTo>
                <a:lnTo>
                  <a:pt x="0" y="33846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3327401" y="2923716"/>
            <a:ext cx="4396249" cy="2077227"/>
          </a:xfrm>
          <a:custGeom>
            <a:avLst/>
            <a:gdLst/>
            <a:ahLst/>
            <a:cxnLst/>
            <a:rect l="l" t="t" r="r" b="b"/>
            <a:pathLst>
              <a:path w="4396249" h="2077227">
                <a:moveTo>
                  <a:pt x="0" y="0"/>
                </a:moveTo>
                <a:lnTo>
                  <a:pt x="4396249" y="0"/>
                </a:lnTo>
                <a:lnTo>
                  <a:pt x="4396249" y="2077227"/>
                </a:lnTo>
                <a:lnTo>
                  <a:pt x="0" y="20772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7636446" y="6669081"/>
            <a:ext cx="3015109" cy="3015109"/>
          </a:xfrm>
          <a:custGeom>
            <a:avLst/>
            <a:gdLst/>
            <a:ahLst/>
            <a:cxnLst/>
            <a:rect l="l" t="t" r="r" b="b"/>
            <a:pathLst>
              <a:path w="3015109" h="3015109">
                <a:moveTo>
                  <a:pt x="0" y="0"/>
                </a:moveTo>
                <a:lnTo>
                  <a:pt x="3015108" y="0"/>
                </a:lnTo>
                <a:lnTo>
                  <a:pt x="3015108" y="3015108"/>
                </a:lnTo>
                <a:lnTo>
                  <a:pt x="0" y="30151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7915707" y="922077"/>
            <a:ext cx="2456586" cy="2695842"/>
          </a:xfrm>
          <a:custGeom>
            <a:avLst/>
            <a:gdLst/>
            <a:ahLst/>
            <a:cxnLst/>
            <a:rect l="l" t="t" r="r" b="b"/>
            <a:pathLst>
              <a:path w="2456586" h="2695842">
                <a:moveTo>
                  <a:pt x="0" y="0"/>
                </a:moveTo>
                <a:lnTo>
                  <a:pt x="2456586" y="0"/>
                </a:lnTo>
                <a:lnTo>
                  <a:pt x="2456586" y="2695842"/>
                </a:lnTo>
                <a:lnTo>
                  <a:pt x="0" y="269584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6723879"/>
            <a:chOff x="0" y="0"/>
            <a:chExt cx="5017370" cy="177089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770898"/>
            </a:xfrm>
            <a:custGeom>
              <a:avLst/>
              <a:gdLst/>
              <a:ahLst/>
              <a:cxnLst/>
              <a:rect l="l" t="t" r="r" b="b"/>
              <a:pathLst>
                <a:path w="5017370" h="1770898">
                  <a:moveTo>
                    <a:pt x="0" y="0"/>
                  </a:moveTo>
                  <a:lnTo>
                    <a:pt x="5017370" y="0"/>
                  </a:lnTo>
                  <a:lnTo>
                    <a:pt x="5017370" y="1770898"/>
                  </a:lnTo>
                  <a:lnTo>
                    <a:pt x="0" y="1770898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7613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70741" y="4814231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9" y="0"/>
                </a:lnTo>
                <a:lnTo>
                  <a:pt x="19305539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1773152" y="2821840"/>
            <a:ext cx="14883890" cy="2547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DEMOSTRACIÓN DEL RESULTADO DEL PROYECTO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2888174" y="4327609"/>
            <a:ext cx="12635250" cy="121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41"/>
              </a:lnSpc>
            </a:pPr>
            <a:r>
              <a:rPr lang="en-US" sz="7029" spc="66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OBSTACULOS PRESENTES</a:t>
            </a:r>
          </a:p>
        </p:txBody>
      </p:sp>
      <p:sp>
        <p:nvSpPr>
          <p:cNvPr id="5" name="Freeform 5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2709630" y="5402621"/>
            <a:ext cx="12868741" cy="122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080"/>
              </a:lnSpc>
            </a:pPr>
            <a:r>
              <a:rPr lang="en-US" sz="7200" b="1" spc="676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DURANTE EL DESARROLLO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478627" y="1685723"/>
            <a:ext cx="0" cy="6915554"/>
          </a:xfrm>
          <a:prstGeom prst="line">
            <a:avLst/>
          </a:prstGeom>
          <a:ln w="66675" cap="flat">
            <a:solidFill>
              <a:srgbClr val="D2E5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5400000">
            <a:off x="9533486" y="55002"/>
            <a:ext cx="10116277" cy="9454121"/>
          </a:xfrm>
          <a:custGeom>
            <a:avLst/>
            <a:gdLst/>
            <a:ahLst/>
            <a:cxnLst/>
            <a:rect l="l" t="t" r="r" b="b"/>
            <a:pathLst>
              <a:path w="10116277" h="9454121">
                <a:moveTo>
                  <a:pt x="0" y="0"/>
                </a:moveTo>
                <a:lnTo>
                  <a:pt x="10116278" y="0"/>
                </a:lnTo>
                <a:lnTo>
                  <a:pt x="10116278" y="9454121"/>
                </a:lnTo>
                <a:lnTo>
                  <a:pt x="0" y="94541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TextBox 5"/>
          <p:cNvSpPr txBox="1"/>
          <p:nvPr/>
        </p:nvSpPr>
        <p:spPr>
          <a:xfrm>
            <a:off x="1771017" y="4445981"/>
            <a:ext cx="7189698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CONCLUSIÓN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166</Words>
  <Application>Microsoft Office PowerPoint</Application>
  <PresentationFormat>Personalizado</PresentationFormat>
  <Paragraphs>33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Open Sans Bold</vt:lpstr>
      <vt:lpstr>Glacial Indifference</vt:lpstr>
      <vt:lpstr>Calibri</vt:lpstr>
      <vt:lpstr>Glacial Indifference Bold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proyecto de negocio formas orgánicas profesional azul y beis</dc:title>
  <dc:creator>bruno benavente uribe</dc:creator>
  <cp:lastModifiedBy>bruno benavente uribe</cp:lastModifiedBy>
  <cp:revision>5</cp:revision>
  <dcterms:created xsi:type="dcterms:W3CDTF">2006-08-16T00:00:00Z</dcterms:created>
  <dcterms:modified xsi:type="dcterms:W3CDTF">2025-07-09T05:20:20Z</dcterms:modified>
  <dc:identifier>DAGi4AiOOfg</dc:identifier>
</cp:coreProperties>
</file>